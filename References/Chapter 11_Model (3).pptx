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1"/>
  </p:sldMasterIdLst>
  <p:notesMasterIdLst>
    <p:notesMasterId r:id="rId33"/>
  </p:notesMasterIdLst>
  <p:sldIdLst>
    <p:sldId id="257" r:id="rId2"/>
    <p:sldId id="300" r:id="rId3"/>
    <p:sldId id="314" r:id="rId4"/>
    <p:sldId id="315" r:id="rId5"/>
    <p:sldId id="298" r:id="rId6"/>
    <p:sldId id="302" r:id="rId7"/>
    <p:sldId id="299" r:id="rId8"/>
    <p:sldId id="304" r:id="rId9"/>
    <p:sldId id="303" r:id="rId10"/>
    <p:sldId id="308" r:id="rId11"/>
    <p:sldId id="305" r:id="rId12"/>
    <p:sldId id="310" r:id="rId13"/>
    <p:sldId id="316" r:id="rId14"/>
    <p:sldId id="317" r:id="rId15"/>
    <p:sldId id="328" r:id="rId16"/>
    <p:sldId id="327" r:id="rId17"/>
    <p:sldId id="329" r:id="rId18"/>
    <p:sldId id="297" r:id="rId19"/>
    <p:sldId id="312" r:id="rId20"/>
    <p:sldId id="330" r:id="rId21"/>
    <p:sldId id="318" r:id="rId22"/>
    <p:sldId id="319" r:id="rId23"/>
    <p:sldId id="320" r:id="rId24"/>
    <p:sldId id="321" r:id="rId25"/>
    <p:sldId id="311" r:id="rId26"/>
    <p:sldId id="323" r:id="rId27"/>
    <p:sldId id="325" r:id="rId28"/>
    <p:sldId id="326" r:id="rId29"/>
    <p:sldId id="322" r:id="rId30"/>
    <p:sldId id="324" r:id="rId31"/>
    <p:sldId id="31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7"/>
    <p:restoredTop sz="93082"/>
  </p:normalViewPr>
  <p:slideViewPr>
    <p:cSldViewPr snapToGrid="0" snapToObjects="1">
      <p:cViewPr varScale="1">
        <p:scale>
          <a:sx n="118" d="100"/>
          <a:sy n="118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2DE45F-6A5D-4091-ADA0-FDEAE086B7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C737CA-DBC8-4F02-8D9A-186C7747C91D}">
      <dgm:prSet/>
      <dgm:spPr/>
      <dgm:t>
        <a:bodyPr/>
        <a:lstStyle/>
        <a:p>
          <a:r>
            <a:rPr lang="en-US"/>
            <a:t>What is Laravel Model</a:t>
          </a:r>
        </a:p>
      </dgm:t>
    </dgm:pt>
    <dgm:pt modelId="{92021F1B-96CD-4781-AC7A-DF77AF22B8FC}" type="parTrans" cxnId="{1698967D-4F0F-4B54-92F5-D39798C1770A}">
      <dgm:prSet/>
      <dgm:spPr/>
      <dgm:t>
        <a:bodyPr/>
        <a:lstStyle/>
        <a:p>
          <a:endParaRPr lang="en-US"/>
        </a:p>
      </dgm:t>
    </dgm:pt>
    <dgm:pt modelId="{27D3CC23-AB72-48BA-9B4A-F01BC8C7B2EB}" type="sibTrans" cxnId="{1698967D-4F0F-4B54-92F5-D39798C1770A}">
      <dgm:prSet/>
      <dgm:spPr/>
      <dgm:t>
        <a:bodyPr/>
        <a:lstStyle/>
        <a:p>
          <a:endParaRPr lang="en-US"/>
        </a:p>
      </dgm:t>
    </dgm:pt>
    <dgm:pt modelId="{D80DE94E-2777-4E2B-9246-651C8360139E}">
      <dgm:prSet/>
      <dgm:spPr/>
      <dgm:t>
        <a:bodyPr/>
        <a:lstStyle/>
        <a:p>
          <a:r>
            <a:rPr lang="en-US"/>
            <a:t>How to create model</a:t>
          </a:r>
        </a:p>
      </dgm:t>
    </dgm:pt>
    <dgm:pt modelId="{95F47985-5017-46C8-8504-CEA9761CB4FF}" type="parTrans" cxnId="{2EB8176A-898F-4346-AD17-2497F4E33CAB}">
      <dgm:prSet/>
      <dgm:spPr/>
      <dgm:t>
        <a:bodyPr/>
        <a:lstStyle/>
        <a:p>
          <a:endParaRPr lang="en-US"/>
        </a:p>
      </dgm:t>
    </dgm:pt>
    <dgm:pt modelId="{CCE9A0E8-AF49-482F-AFCE-2B26C3FD9FA3}" type="sibTrans" cxnId="{2EB8176A-898F-4346-AD17-2497F4E33CAB}">
      <dgm:prSet/>
      <dgm:spPr/>
      <dgm:t>
        <a:bodyPr/>
        <a:lstStyle/>
        <a:p>
          <a:endParaRPr lang="en-US"/>
        </a:p>
      </dgm:t>
    </dgm:pt>
    <dgm:pt modelId="{894DD48C-CBCD-494C-9796-BCF4A4A7A29B}">
      <dgm:prSet/>
      <dgm:spPr/>
      <dgm:t>
        <a:bodyPr/>
        <a:lstStyle/>
        <a:p>
          <a:r>
            <a:rPr lang="en-US"/>
            <a:t>Insert data from a form</a:t>
          </a:r>
        </a:p>
      </dgm:t>
    </dgm:pt>
    <dgm:pt modelId="{85BBC880-AD2C-4774-B507-B6E51097CDFC}" type="parTrans" cxnId="{0DB5D8C9-495D-4B43-9705-361F3EC55BB3}">
      <dgm:prSet/>
      <dgm:spPr/>
      <dgm:t>
        <a:bodyPr/>
        <a:lstStyle/>
        <a:p>
          <a:endParaRPr lang="en-US"/>
        </a:p>
      </dgm:t>
    </dgm:pt>
    <dgm:pt modelId="{F0B592D3-6298-4A38-BC56-43EDAEE196C2}" type="sibTrans" cxnId="{0DB5D8C9-495D-4B43-9705-361F3EC55BB3}">
      <dgm:prSet/>
      <dgm:spPr/>
      <dgm:t>
        <a:bodyPr/>
        <a:lstStyle/>
        <a:p>
          <a:endParaRPr lang="en-US"/>
        </a:p>
      </dgm:t>
    </dgm:pt>
    <dgm:pt modelId="{B83EF099-8853-4DEF-8B68-BB179A9CF18F}">
      <dgm:prSet/>
      <dgm:spPr/>
      <dgm:t>
        <a:bodyPr/>
        <a:lstStyle/>
        <a:p>
          <a:r>
            <a:rPr lang="en-US"/>
            <a:t>How to Fetch Data From Model</a:t>
          </a:r>
        </a:p>
      </dgm:t>
    </dgm:pt>
    <dgm:pt modelId="{4B2F31CD-6DEC-4690-8E38-AA490AA931C4}" type="parTrans" cxnId="{257AB0C7-8DA0-493E-A13A-9BBCF8F7E78E}">
      <dgm:prSet/>
      <dgm:spPr/>
      <dgm:t>
        <a:bodyPr/>
        <a:lstStyle/>
        <a:p>
          <a:endParaRPr lang="en-US"/>
        </a:p>
      </dgm:t>
    </dgm:pt>
    <dgm:pt modelId="{1E4E43B8-066E-401C-8795-12CA8F0C48F1}" type="sibTrans" cxnId="{257AB0C7-8DA0-493E-A13A-9BBCF8F7E78E}">
      <dgm:prSet/>
      <dgm:spPr/>
      <dgm:t>
        <a:bodyPr/>
        <a:lstStyle/>
        <a:p>
          <a:endParaRPr lang="en-US"/>
        </a:p>
      </dgm:t>
    </dgm:pt>
    <dgm:pt modelId="{872F8B7C-9EAA-46A9-858F-2739E75347C6}">
      <dgm:prSet/>
      <dgm:spPr/>
      <dgm:t>
        <a:bodyPr/>
        <a:lstStyle/>
        <a:p>
          <a:r>
            <a:rPr lang="en-US"/>
            <a:t>How to show Data</a:t>
          </a:r>
        </a:p>
      </dgm:t>
    </dgm:pt>
    <dgm:pt modelId="{EE4EC2B9-18AA-4680-BA94-5CD6D8D22FE3}" type="parTrans" cxnId="{E284E516-F529-48DD-87A4-5E0315DB968C}">
      <dgm:prSet/>
      <dgm:spPr/>
      <dgm:t>
        <a:bodyPr/>
        <a:lstStyle/>
        <a:p>
          <a:endParaRPr lang="en-US"/>
        </a:p>
      </dgm:t>
    </dgm:pt>
    <dgm:pt modelId="{A1249DA0-4FF7-4276-9F93-986E511F91A7}" type="sibTrans" cxnId="{E284E516-F529-48DD-87A4-5E0315DB968C}">
      <dgm:prSet/>
      <dgm:spPr/>
      <dgm:t>
        <a:bodyPr/>
        <a:lstStyle/>
        <a:p>
          <a:endParaRPr lang="en-US"/>
        </a:p>
      </dgm:t>
    </dgm:pt>
    <dgm:pt modelId="{B471B68C-0AC9-480B-8531-EDEBF2CA426E}" type="pres">
      <dgm:prSet presAssocID="{B42DE45F-6A5D-4091-ADA0-FDEAE086B74B}" presName="root" presStyleCnt="0">
        <dgm:presLayoutVars>
          <dgm:dir/>
          <dgm:resizeHandles val="exact"/>
        </dgm:presLayoutVars>
      </dgm:prSet>
      <dgm:spPr/>
    </dgm:pt>
    <dgm:pt modelId="{ED353F14-FB39-448A-AD2C-AEBDED271E23}" type="pres">
      <dgm:prSet presAssocID="{03C737CA-DBC8-4F02-8D9A-186C7747C91D}" presName="compNode" presStyleCnt="0"/>
      <dgm:spPr/>
    </dgm:pt>
    <dgm:pt modelId="{AFDD3723-8284-431B-A052-C1DD7C9B560D}" type="pres">
      <dgm:prSet presAssocID="{03C737CA-DBC8-4F02-8D9A-186C7747C91D}" presName="bgRect" presStyleLbl="bgShp" presStyleIdx="0" presStyleCnt="5"/>
      <dgm:spPr/>
    </dgm:pt>
    <dgm:pt modelId="{0614F48C-73CB-41D1-8EC2-F5D9DC7A20D1}" type="pres">
      <dgm:prSet presAssocID="{03C737CA-DBC8-4F02-8D9A-186C7747C91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00D477A-4155-448A-9A13-5CF244190440}" type="pres">
      <dgm:prSet presAssocID="{03C737CA-DBC8-4F02-8D9A-186C7747C91D}" presName="spaceRect" presStyleCnt="0"/>
      <dgm:spPr/>
    </dgm:pt>
    <dgm:pt modelId="{98622591-8096-45C4-8E17-C63EBB01D06B}" type="pres">
      <dgm:prSet presAssocID="{03C737CA-DBC8-4F02-8D9A-186C7747C91D}" presName="parTx" presStyleLbl="revTx" presStyleIdx="0" presStyleCnt="5">
        <dgm:presLayoutVars>
          <dgm:chMax val="0"/>
          <dgm:chPref val="0"/>
        </dgm:presLayoutVars>
      </dgm:prSet>
      <dgm:spPr/>
    </dgm:pt>
    <dgm:pt modelId="{DB10F3A9-C081-4E90-9473-85949DC1DAF7}" type="pres">
      <dgm:prSet presAssocID="{27D3CC23-AB72-48BA-9B4A-F01BC8C7B2EB}" presName="sibTrans" presStyleCnt="0"/>
      <dgm:spPr/>
    </dgm:pt>
    <dgm:pt modelId="{560EF550-52CA-4378-9D5C-6914547F8C1E}" type="pres">
      <dgm:prSet presAssocID="{D80DE94E-2777-4E2B-9246-651C8360139E}" presName="compNode" presStyleCnt="0"/>
      <dgm:spPr/>
    </dgm:pt>
    <dgm:pt modelId="{AC01C0CB-93AC-4E96-8F4B-4A2D35B72036}" type="pres">
      <dgm:prSet presAssocID="{D80DE94E-2777-4E2B-9246-651C8360139E}" presName="bgRect" presStyleLbl="bgShp" presStyleIdx="1" presStyleCnt="5"/>
      <dgm:spPr/>
    </dgm:pt>
    <dgm:pt modelId="{8A3D233C-8612-4078-B580-8E44D951DBB0}" type="pres">
      <dgm:prSet presAssocID="{D80DE94E-2777-4E2B-9246-651C8360139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C1DCB98-739C-4D6F-8A42-FF09F8F250FC}" type="pres">
      <dgm:prSet presAssocID="{D80DE94E-2777-4E2B-9246-651C8360139E}" presName="spaceRect" presStyleCnt="0"/>
      <dgm:spPr/>
    </dgm:pt>
    <dgm:pt modelId="{69BAD3D4-BA70-47B6-BE92-81A442779D6B}" type="pres">
      <dgm:prSet presAssocID="{D80DE94E-2777-4E2B-9246-651C8360139E}" presName="parTx" presStyleLbl="revTx" presStyleIdx="1" presStyleCnt="5">
        <dgm:presLayoutVars>
          <dgm:chMax val="0"/>
          <dgm:chPref val="0"/>
        </dgm:presLayoutVars>
      </dgm:prSet>
      <dgm:spPr/>
    </dgm:pt>
    <dgm:pt modelId="{5ADDFAE4-43ED-4D31-BD88-1D64F10958BF}" type="pres">
      <dgm:prSet presAssocID="{CCE9A0E8-AF49-482F-AFCE-2B26C3FD9FA3}" presName="sibTrans" presStyleCnt="0"/>
      <dgm:spPr/>
    </dgm:pt>
    <dgm:pt modelId="{F1D7A9ED-37CB-4FF2-9111-41E8CF1A45E3}" type="pres">
      <dgm:prSet presAssocID="{894DD48C-CBCD-494C-9796-BCF4A4A7A29B}" presName="compNode" presStyleCnt="0"/>
      <dgm:spPr/>
    </dgm:pt>
    <dgm:pt modelId="{25B8C471-EC5C-4C4B-982D-F5E983D090B8}" type="pres">
      <dgm:prSet presAssocID="{894DD48C-CBCD-494C-9796-BCF4A4A7A29B}" presName="bgRect" presStyleLbl="bgShp" presStyleIdx="2" presStyleCnt="5"/>
      <dgm:spPr/>
    </dgm:pt>
    <dgm:pt modelId="{1540536E-4A2E-4513-8F7B-0F322B018E8D}" type="pres">
      <dgm:prSet presAssocID="{894DD48C-CBCD-494C-9796-BCF4A4A7A29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6AF7F93-9766-4C3F-A9EF-799E27B39711}" type="pres">
      <dgm:prSet presAssocID="{894DD48C-CBCD-494C-9796-BCF4A4A7A29B}" presName="spaceRect" presStyleCnt="0"/>
      <dgm:spPr/>
    </dgm:pt>
    <dgm:pt modelId="{F6EAAD30-60B7-4266-A158-BBD72DF33675}" type="pres">
      <dgm:prSet presAssocID="{894DD48C-CBCD-494C-9796-BCF4A4A7A29B}" presName="parTx" presStyleLbl="revTx" presStyleIdx="2" presStyleCnt="5">
        <dgm:presLayoutVars>
          <dgm:chMax val="0"/>
          <dgm:chPref val="0"/>
        </dgm:presLayoutVars>
      </dgm:prSet>
      <dgm:spPr/>
    </dgm:pt>
    <dgm:pt modelId="{D1B519C8-EDF1-4DE0-A378-DAF1F325A302}" type="pres">
      <dgm:prSet presAssocID="{F0B592D3-6298-4A38-BC56-43EDAEE196C2}" presName="sibTrans" presStyleCnt="0"/>
      <dgm:spPr/>
    </dgm:pt>
    <dgm:pt modelId="{433F46A4-5569-446F-BED7-77D0605959AD}" type="pres">
      <dgm:prSet presAssocID="{B83EF099-8853-4DEF-8B68-BB179A9CF18F}" presName="compNode" presStyleCnt="0"/>
      <dgm:spPr/>
    </dgm:pt>
    <dgm:pt modelId="{D5D7BBFD-9545-40D6-8072-9C72D184624C}" type="pres">
      <dgm:prSet presAssocID="{B83EF099-8853-4DEF-8B68-BB179A9CF18F}" presName="bgRect" presStyleLbl="bgShp" presStyleIdx="3" presStyleCnt="5"/>
      <dgm:spPr/>
    </dgm:pt>
    <dgm:pt modelId="{230B8666-3108-406F-9002-B6A94CB6D25C}" type="pres">
      <dgm:prSet presAssocID="{B83EF099-8853-4DEF-8B68-BB179A9CF18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AAFE7A8-FE2A-4917-8D27-C254B6141913}" type="pres">
      <dgm:prSet presAssocID="{B83EF099-8853-4DEF-8B68-BB179A9CF18F}" presName="spaceRect" presStyleCnt="0"/>
      <dgm:spPr/>
    </dgm:pt>
    <dgm:pt modelId="{56CF940E-FC72-46DB-A7E1-08685DCDA3B8}" type="pres">
      <dgm:prSet presAssocID="{B83EF099-8853-4DEF-8B68-BB179A9CF18F}" presName="parTx" presStyleLbl="revTx" presStyleIdx="3" presStyleCnt="5">
        <dgm:presLayoutVars>
          <dgm:chMax val="0"/>
          <dgm:chPref val="0"/>
        </dgm:presLayoutVars>
      </dgm:prSet>
      <dgm:spPr/>
    </dgm:pt>
    <dgm:pt modelId="{A251FC4D-CBED-4D1B-82D8-B3C56AC6C5A1}" type="pres">
      <dgm:prSet presAssocID="{1E4E43B8-066E-401C-8795-12CA8F0C48F1}" presName="sibTrans" presStyleCnt="0"/>
      <dgm:spPr/>
    </dgm:pt>
    <dgm:pt modelId="{FA11FAAA-47ED-4688-A4F5-492E1E38F221}" type="pres">
      <dgm:prSet presAssocID="{872F8B7C-9EAA-46A9-858F-2739E75347C6}" presName="compNode" presStyleCnt="0"/>
      <dgm:spPr/>
    </dgm:pt>
    <dgm:pt modelId="{F73C9EF8-6D6D-4C21-8A33-48FF21512F4E}" type="pres">
      <dgm:prSet presAssocID="{872F8B7C-9EAA-46A9-858F-2739E75347C6}" presName="bgRect" presStyleLbl="bgShp" presStyleIdx="4" presStyleCnt="5"/>
      <dgm:spPr/>
    </dgm:pt>
    <dgm:pt modelId="{F344BE5C-81C6-46C9-AD14-D069532A7CA4}" type="pres">
      <dgm:prSet presAssocID="{872F8B7C-9EAA-46A9-858F-2739E75347C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5D42BC3-E631-4F71-80B8-70488BF3223B}" type="pres">
      <dgm:prSet presAssocID="{872F8B7C-9EAA-46A9-858F-2739E75347C6}" presName="spaceRect" presStyleCnt="0"/>
      <dgm:spPr/>
    </dgm:pt>
    <dgm:pt modelId="{687BB562-BA17-49D5-814A-EA92C863CE2D}" type="pres">
      <dgm:prSet presAssocID="{872F8B7C-9EAA-46A9-858F-2739E75347C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FEE1C05-8B03-4D1E-A568-67A4C7387A12}" type="presOf" srcId="{894DD48C-CBCD-494C-9796-BCF4A4A7A29B}" destId="{F6EAAD30-60B7-4266-A158-BBD72DF33675}" srcOrd="0" destOrd="0" presId="urn:microsoft.com/office/officeart/2018/2/layout/IconVerticalSolidList"/>
    <dgm:cxn modelId="{E284E516-F529-48DD-87A4-5E0315DB968C}" srcId="{B42DE45F-6A5D-4091-ADA0-FDEAE086B74B}" destId="{872F8B7C-9EAA-46A9-858F-2739E75347C6}" srcOrd="4" destOrd="0" parTransId="{EE4EC2B9-18AA-4680-BA94-5CD6D8D22FE3}" sibTransId="{A1249DA0-4FF7-4276-9F93-986E511F91A7}"/>
    <dgm:cxn modelId="{58F12427-0193-443A-9A8A-728E9F52F187}" type="presOf" srcId="{872F8B7C-9EAA-46A9-858F-2739E75347C6}" destId="{687BB562-BA17-49D5-814A-EA92C863CE2D}" srcOrd="0" destOrd="0" presId="urn:microsoft.com/office/officeart/2018/2/layout/IconVerticalSolidList"/>
    <dgm:cxn modelId="{2EB8176A-898F-4346-AD17-2497F4E33CAB}" srcId="{B42DE45F-6A5D-4091-ADA0-FDEAE086B74B}" destId="{D80DE94E-2777-4E2B-9246-651C8360139E}" srcOrd="1" destOrd="0" parTransId="{95F47985-5017-46C8-8504-CEA9761CB4FF}" sibTransId="{CCE9A0E8-AF49-482F-AFCE-2B26C3FD9FA3}"/>
    <dgm:cxn modelId="{AEC7BF71-A5A9-45C8-B953-DB609EC5D051}" type="presOf" srcId="{B42DE45F-6A5D-4091-ADA0-FDEAE086B74B}" destId="{B471B68C-0AC9-480B-8531-EDEBF2CA426E}" srcOrd="0" destOrd="0" presId="urn:microsoft.com/office/officeart/2018/2/layout/IconVerticalSolidList"/>
    <dgm:cxn modelId="{1698967D-4F0F-4B54-92F5-D39798C1770A}" srcId="{B42DE45F-6A5D-4091-ADA0-FDEAE086B74B}" destId="{03C737CA-DBC8-4F02-8D9A-186C7747C91D}" srcOrd="0" destOrd="0" parTransId="{92021F1B-96CD-4781-AC7A-DF77AF22B8FC}" sibTransId="{27D3CC23-AB72-48BA-9B4A-F01BC8C7B2EB}"/>
    <dgm:cxn modelId="{C00D92AE-1689-43B2-8B81-76398C44FCE1}" type="presOf" srcId="{B83EF099-8853-4DEF-8B68-BB179A9CF18F}" destId="{56CF940E-FC72-46DB-A7E1-08685DCDA3B8}" srcOrd="0" destOrd="0" presId="urn:microsoft.com/office/officeart/2018/2/layout/IconVerticalSolidList"/>
    <dgm:cxn modelId="{257AB0C7-8DA0-493E-A13A-9BBCF8F7E78E}" srcId="{B42DE45F-6A5D-4091-ADA0-FDEAE086B74B}" destId="{B83EF099-8853-4DEF-8B68-BB179A9CF18F}" srcOrd="3" destOrd="0" parTransId="{4B2F31CD-6DEC-4690-8E38-AA490AA931C4}" sibTransId="{1E4E43B8-066E-401C-8795-12CA8F0C48F1}"/>
    <dgm:cxn modelId="{363F5AC8-704B-4722-A03A-CC26DA58A6DC}" type="presOf" srcId="{D80DE94E-2777-4E2B-9246-651C8360139E}" destId="{69BAD3D4-BA70-47B6-BE92-81A442779D6B}" srcOrd="0" destOrd="0" presId="urn:microsoft.com/office/officeart/2018/2/layout/IconVerticalSolidList"/>
    <dgm:cxn modelId="{0DB5D8C9-495D-4B43-9705-361F3EC55BB3}" srcId="{B42DE45F-6A5D-4091-ADA0-FDEAE086B74B}" destId="{894DD48C-CBCD-494C-9796-BCF4A4A7A29B}" srcOrd="2" destOrd="0" parTransId="{85BBC880-AD2C-4774-B507-B6E51097CDFC}" sibTransId="{F0B592D3-6298-4A38-BC56-43EDAEE196C2}"/>
    <dgm:cxn modelId="{6A60ADEE-3CA6-46F6-93D2-918299C3776C}" type="presOf" srcId="{03C737CA-DBC8-4F02-8D9A-186C7747C91D}" destId="{98622591-8096-45C4-8E17-C63EBB01D06B}" srcOrd="0" destOrd="0" presId="urn:microsoft.com/office/officeart/2018/2/layout/IconVerticalSolidList"/>
    <dgm:cxn modelId="{3045AC58-ECA7-4D77-9161-F4EBE5C920F7}" type="presParOf" srcId="{B471B68C-0AC9-480B-8531-EDEBF2CA426E}" destId="{ED353F14-FB39-448A-AD2C-AEBDED271E23}" srcOrd="0" destOrd="0" presId="urn:microsoft.com/office/officeart/2018/2/layout/IconVerticalSolidList"/>
    <dgm:cxn modelId="{A1A54B22-5A9C-4BBD-844B-EA241840D8A1}" type="presParOf" srcId="{ED353F14-FB39-448A-AD2C-AEBDED271E23}" destId="{AFDD3723-8284-431B-A052-C1DD7C9B560D}" srcOrd="0" destOrd="0" presId="urn:microsoft.com/office/officeart/2018/2/layout/IconVerticalSolidList"/>
    <dgm:cxn modelId="{2244D5B5-1AD5-4CB0-8FD5-AE698254E3B4}" type="presParOf" srcId="{ED353F14-FB39-448A-AD2C-AEBDED271E23}" destId="{0614F48C-73CB-41D1-8EC2-F5D9DC7A20D1}" srcOrd="1" destOrd="0" presId="urn:microsoft.com/office/officeart/2018/2/layout/IconVerticalSolidList"/>
    <dgm:cxn modelId="{0CCA0F7A-DDF6-43E4-B598-E6E9ED3416ED}" type="presParOf" srcId="{ED353F14-FB39-448A-AD2C-AEBDED271E23}" destId="{700D477A-4155-448A-9A13-5CF244190440}" srcOrd="2" destOrd="0" presId="urn:microsoft.com/office/officeart/2018/2/layout/IconVerticalSolidList"/>
    <dgm:cxn modelId="{062F3E55-2C44-439D-A6A9-FB97DF75973D}" type="presParOf" srcId="{ED353F14-FB39-448A-AD2C-AEBDED271E23}" destId="{98622591-8096-45C4-8E17-C63EBB01D06B}" srcOrd="3" destOrd="0" presId="urn:microsoft.com/office/officeart/2018/2/layout/IconVerticalSolidList"/>
    <dgm:cxn modelId="{B0BADA59-4DF2-4C16-B3C7-0F01C308DEE8}" type="presParOf" srcId="{B471B68C-0AC9-480B-8531-EDEBF2CA426E}" destId="{DB10F3A9-C081-4E90-9473-85949DC1DAF7}" srcOrd="1" destOrd="0" presId="urn:microsoft.com/office/officeart/2018/2/layout/IconVerticalSolidList"/>
    <dgm:cxn modelId="{0DCF7D86-F369-4719-A0C7-36D05F98AB73}" type="presParOf" srcId="{B471B68C-0AC9-480B-8531-EDEBF2CA426E}" destId="{560EF550-52CA-4378-9D5C-6914547F8C1E}" srcOrd="2" destOrd="0" presId="urn:microsoft.com/office/officeart/2018/2/layout/IconVerticalSolidList"/>
    <dgm:cxn modelId="{584BE7CC-2EDB-4505-B71E-B734EB1E582A}" type="presParOf" srcId="{560EF550-52CA-4378-9D5C-6914547F8C1E}" destId="{AC01C0CB-93AC-4E96-8F4B-4A2D35B72036}" srcOrd="0" destOrd="0" presId="urn:microsoft.com/office/officeart/2018/2/layout/IconVerticalSolidList"/>
    <dgm:cxn modelId="{FD6BA5ED-8F39-4851-9A77-4F2390CD0C8A}" type="presParOf" srcId="{560EF550-52CA-4378-9D5C-6914547F8C1E}" destId="{8A3D233C-8612-4078-B580-8E44D951DBB0}" srcOrd="1" destOrd="0" presId="urn:microsoft.com/office/officeart/2018/2/layout/IconVerticalSolidList"/>
    <dgm:cxn modelId="{1A2313BB-95A8-423A-AED3-DC99600C5B36}" type="presParOf" srcId="{560EF550-52CA-4378-9D5C-6914547F8C1E}" destId="{1C1DCB98-739C-4D6F-8A42-FF09F8F250FC}" srcOrd="2" destOrd="0" presId="urn:microsoft.com/office/officeart/2018/2/layout/IconVerticalSolidList"/>
    <dgm:cxn modelId="{8D6AF421-EB30-4730-AC08-E3567E2032D3}" type="presParOf" srcId="{560EF550-52CA-4378-9D5C-6914547F8C1E}" destId="{69BAD3D4-BA70-47B6-BE92-81A442779D6B}" srcOrd="3" destOrd="0" presId="urn:microsoft.com/office/officeart/2018/2/layout/IconVerticalSolidList"/>
    <dgm:cxn modelId="{0E789910-F94C-4E2B-AF6F-9C469CF3F18D}" type="presParOf" srcId="{B471B68C-0AC9-480B-8531-EDEBF2CA426E}" destId="{5ADDFAE4-43ED-4D31-BD88-1D64F10958BF}" srcOrd="3" destOrd="0" presId="urn:microsoft.com/office/officeart/2018/2/layout/IconVerticalSolidList"/>
    <dgm:cxn modelId="{AB372A52-478C-4756-96BB-96753F647267}" type="presParOf" srcId="{B471B68C-0AC9-480B-8531-EDEBF2CA426E}" destId="{F1D7A9ED-37CB-4FF2-9111-41E8CF1A45E3}" srcOrd="4" destOrd="0" presId="urn:microsoft.com/office/officeart/2018/2/layout/IconVerticalSolidList"/>
    <dgm:cxn modelId="{9A6B6EB3-58C8-4E14-AA40-692FABFBFE41}" type="presParOf" srcId="{F1D7A9ED-37CB-4FF2-9111-41E8CF1A45E3}" destId="{25B8C471-EC5C-4C4B-982D-F5E983D090B8}" srcOrd="0" destOrd="0" presId="urn:microsoft.com/office/officeart/2018/2/layout/IconVerticalSolidList"/>
    <dgm:cxn modelId="{0B4D2E1E-8047-4366-944F-5F88ADDD033D}" type="presParOf" srcId="{F1D7A9ED-37CB-4FF2-9111-41E8CF1A45E3}" destId="{1540536E-4A2E-4513-8F7B-0F322B018E8D}" srcOrd="1" destOrd="0" presId="urn:microsoft.com/office/officeart/2018/2/layout/IconVerticalSolidList"/>
    <dgm:cxn modelId="{BDE93C9D-96F7-4570-B790-19C9E57200C8}" type="presParOf" srcId="{F1D7A9ED-37CB-4FF2-9111-41E8CF1A45E3}" destId="{46AF7F93-9766-4C3F-A9EF-799E27B39711}" srcOrd="2" destOrd="0" presId="urn:microsoft.com/office/officeart/2018/2/layout/IconVerticalSolidList"/>
    <dgm:cxn modelId="{75203230-AC87-44C0-BE8A-C1E48A11737A}" type="presParOf" srcId="{F1D7A9ED-37CB-4FF2-9111-41E8CF1A45E3}" destId="{F6EAAD30-60B7-4266-A158-BBD72DF33675}" srcOrd="3" destOrd="0" presId="urn:microsoft.com/office/officeart/2018/2/layout/IconVerticalSolidList"/>
    <dgm:cxn modelId="{B0192AD0-B092-479E-B384-C757EE31F834}" type="presParOf" srcId="{B471B68C-0AC9-480B-8531-EDEBF2CA426E}" destId="{D1B519C8-EDF1-4DE0-A378-DAF1F325A302}" srcOrd="5" destOrd="0" presId="urn:microsoft.com/office/officeart/2018/2/layout/IconVerticalSolidList"/>
    <dgm:cxn modelId="{4B7E572C-68B9-4CEF-8804-1CE0A8798190}" type="presParOf" srcId="{B471B68C-0AC9-480B-8531-EDEBF2CA426E}" destId="{433F46A4-5569-446F-BED7-77D0605959AD}" srcOrd="6" destOrd="0" presId="urn:microsoft.com/office/officeart/2018/2/layout/IconVerticalSolidList"/>
    <dgm:cxn modelId="{780677E1-72EC-4DF2-A3AD-7EA4B2879D8C}" type="presParOf" srcId="{433F46A4-5569-446F-BED7-77D0605959AD}" destId="{D5D7BBFD-9545-40D6-8072-9C72D184624C}" srcOrd="0" destOrd="0" presId="urn:microsoft.com/office/officeart/2018/2/layout/IconVerticalSolidList"/>
    <dgm:cxn modelId="{20B3D00C-1089-41F0-8A72-498E90CFFF37}" type="presParOf" srcId="{433F46A4-5569-446F-BED7-77D0605959AD}" destId="{230B8666-3108-406F-9002-B6A94CB6D25C}" srcOrd="1" destOrd="0" presId="urn:microsoft.com/office/officeart/2018/2/layout/IconVerticalSolidList"/>
    <dgm:cxn modelId="{987F3457-0C9D-4FC1-A3D1-1987A052117E}" type="presParOf" srcId="{433F46A4-5569-446F-BED7-77D0605959AD}" destId="{CAAFE7A8-FE2A-4917-8D27-C254B6141913}" srcOrd="2" destOrd="0" presId="urn:microsoft.com/office/officeart/2018/2/layout/IconVerticalSolidList"/>
    <dgm:cxn modelId="{4CC2CA1F-45B0-4739-9141-8528D26E4C52}" type="presParOf" srcId="{433F46A4-5569-446F-BED7-77D0605959AD}" destId="{56CF940E-FC72-46DB-A7E1-08685DCDA3B8}" srcOrd="3" destOrd="0" presId="urn:microsoft.com/office/officeart/2018/2/layout/IconVerticalSolidList"/>
    <dgm:cxn modelId="{EF256CE3-1A4D-4C55-9226-6870346B3A7D}" type="presParOf" srcId="{B471B68C-0AC9-480B-8531-EDEBF2CA426E}" destId="{A251FC4D-CBED-4D1B-82D8-B3C56AC6C5A1}" srcOrd="7" destOrd="0" presId="urn:microsoft.com/office/officeart/2018/2/layout/IconVerticalSolidList"/>
    <dgm:cxn modelId="{E07B6CC1-2544-4B2F-B4BD-8EA8CC6698EA}" type="presParOf" srcId="{B471B68C-0AC9-480B-8531-EDEBF2CA426E}" destId="{FA11FAAA-47ED-4688-A4F5-492E1E38F221}" srcOrd="8" destOrd="0" presId="urn:microsoft.com/office/officeart/2018/2/layout/IconVerticalSolidList"/>
    <dgm:cxn modelId="{4CC394CE-F820-40AE-AC87-6A086C22DD15}" type="presParOf" srcId="{FA11FAAA-47ED-4688-A4F5-492E1E38F221}" destId="{F73C9EF8-6D6D-4C21-8A33-48FF21512F4E}" srcOrd="0" destOrd="0" presId="urn:microsoft.com/office/officeart/2018/2/layout/IconVerticalSolidList"/>
    <dgm:cxn modelId="{7F995518-4D36-4AEA-9AF1-B60CB52A537A}" type="presParOf" srcId="{FA11FAAA-47ED-4688-A4F5-492E1E38F221}" destId="{F344BE5C-81C6-46C9-AD14-D069532A7CA4}" srcOrd="1" destOrd="0" presId="urn:microsoft.com/office/officeart/2018/2/layout/IconVerticalSolidList"/>
    <dgm:cxn modelId="{F8414038-CFC9-452E-BC77-55CECFF17DEF}" type="presParOf" srcId="{FA11FAAA-47ED-4688-A4F5-492E1E38F221}" destId="{A5D42BC3-E631-4F71-80B8-70488BF3223B}" srcOrd="2" destOrd="0" presId="urn:microsoft.com/office/officeart/2018/2/layout/IconVerticalSolidList"/>
    <dgm:cxn modelId="{F457C3F3-6F88-4789-A482-81185A816475}" type="presParOf" srcId="{FA11FAAA-47ED-4688-A4F5-492E1E38F221}" destId="{687BB562-BA17-49D5-814A-EA92C863CE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19A7A9-6715-49A2-B4AD-AB67D814440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72B4F4D-AF13-4B94-87E1-A90A530D5384}">
      <dgm:prSet/>
      <dgm:spPr/>
      <dgm:t>
        <a:bodyPr/>
        <a:lstStyle/>
        <a:p>
          <a:r>
            <a:rPr lang="en-US"/>
            <a:t>The model represents data, which focuses specifically on the database. In Laravel, there are two ways of handling model implementation:</a:t>
          </a:r>
        </a:p>
      </dgm:t>
    </dgm:pt>
    <dgm:pt modelId="{A91216CC-ADEF-4E9C-9643-7B2299D9940E}" type="parTrans" cxnId="{601BEB59-85D4-4959-BBE8-CC5744111930}">
      <dgm:prSet/>
      <dgm:spPr/>
      <dgm:t>
        <a:bodyPr/>
        <a:lstStyle/>
        <a:p>
          <a:endParaRPr lang="en-US"/>
        </a:p>
      </dgm:t>
    </dgm:pt>
    <dgm:pt modelId="{550373E0-DD15-45F4-944C-59B66D77DA07}" type="sibTrans" cxnId="{601BEB59-85D4-4959-BBE8-CC5744111930}">
      <dgm:prSet/>
      <dgm:spPr/>
      <dgm:t>
        <a:bodyPr/>
        <a:lstStyle/>
        <a:p>
          <a:endParaRPr lang="en-US"/>
        </a:p>
      </dgm:t>
    </dgm:pt>
    <dgm:pt modelId="{3DCF8957-FD5F-488C-9390-1C4C319130DE}">
      <dgm:prSet/>
      <dgm:spPr/>
      <dgm:t>
        <a:bodyPr/>
        <a:lstStyle/>
        <a:p>
          <a:r>
            <a:rPr lang="en-US"/>
            <a:t>1. DB Façade.</a:t>
          </a:r>
        </a:p>
      </dgm:t>
    </dgm:pt>
    <dgm:pt modelId="{EFE445C9-95FE-4E5F-BC3D-0DE4FD810666}" type="parTrans" cxnId="{7B89AD1D-871E-4708-A938-98B0DAADE8FD}">
      <dgm:prSet/>
      <dgm:spPr/>
      <dgm:t>
        <a:bodyPr/>
        <a:lstStyle/>
        <a:p>
          <a:endParaRPr lang="en-US"/>
        </a:p>
      </dgm:t>
    </dgm:pt>
    <dgm:pt modelId="{ED2639A8-6F1B-4FFE-AE22-F1BB125153FB}" type="sibTrans" cxnId="{7B89AD1D-871E-4708-A938-98B0DAADE8FD}">
      <dgm:prSet/>
      <dgm:spPr/>
      <dgm:t>
        <a:bodyPr/>
        <a:lstStyle/>
        <a:p>
          <a:endParaRPr lang="en-US"/>
        </a:p>
      </dgm:t>
    </dgm:pt>
    <dgm:pt modelId="{FF6AD517-B7C8-44DA-81C4-A77678BD9118}">
      <dgm:prSet/>
      <dgm:spPr/>
      <dgm:t>
        <a:bodyPr/>
        <a:lstStyle/>
        <a:p>
          <a:r>
            <a:rPr lang="en-US"/>
            <a:t>2. Eloquent Object Relational Mapper (ORM).</a:t>
          </a:r>
        </a:p>
      </dgm:t>
    </dgm:pt>
    <dgm:pt modelId="{319410E8-11DC-423F-A058-5FA7F7E1582A}" type="parTrans" cxnId="{DB7C6788-5E26-4D45-AEF1-6ED9108C8B72}">
      <dgm:prSet/>
      <dgm:spPr/>
      <dgm:t>
        <a:bodyPr/>
        <a:lstStyle/>
        <a:p>
          <a:endParaRPr lang="en-US"/>
        </a:p>
      </dgm:t>
    </dgm:pt>
    <dgm:pt modelId="{83EFB0A8-E343-4013-91CB-F86BD869FE61}" type="sibTrans" cxnId="{DB7C6788-5E26-4D45-AEF1-6ED9108C8B72}">
      <dgm:prSet/>
      <dgm:spPr/>
      <dgm:t>
        <a:bodyPr/>
        <a:lstStyle/>
        <a:p>
          <a:endParaRPr lang="en-US"/>
        </a:p>
      </dgm:t>
    </dgm:pt>
    <dgm:pt modelId="{AC4097A5-5BEA-704B-B729-06633DE65D73}" type="pres">
      <dgm:prSet presAssocID="{5D19A7A9-6715-49A2-B4AD-AB67D8144406}" presName="vert0" presStyleCnt="0">
        <dgm:presLayoutVars>
          <dgm:dir/>
          <dgm:animOne val="branch"/>
          <dgm:animLvl val="lvl"/>
        </dgm:presLayoutVars>
      </dgm:prSet>
      <dgm:spPr/>
    </dgm:pt>
    <dgm:pt modelId="{8DF5ADB4-8C91-5D45-9CF1-F3D3D586613D}" type="pres">
      <dgm:prSet presAssocID="{672B4F4D-AF13-4B94-87E1-A90A530D5384}" presName="thickLine" presStyleLbl="alignNode1" presStyleIdx="0" presStyleCnt="3"/>
      <dgm:spPr/>
    </dgm:pt>
    <dgm:pt modelId="{9EE5CF80-2704-944D-98CB-8E8BB8C30856}" type="pres">
      <dgm:prSet presAssocID="{672B4F4D-AF13-4B94-87E1-A90A530D5384}" presName="horz1" presStyleCnt="0"/>
      <dgm:spPr/>
    </dgm:pt>
    <dgm:pt modelId="{483A0738-80DC-2B4B-8B68-18DDDD50AACB}" type="pres">
      <dgm:prSet presAssocID="{672B4F4D-AF13-4B94-87E1-A90A530D5384}" presName="tx1" presStyleLbl="revTx" presStyleIdx="0" presStyleCnt="3"/>
      <dgm:spPr/>
    </dgm:pt>
    <dgm:pt modelId="{48B4C86C-89A3-6941-B2AC-62E73312654E}" type="pres">
      <dgm:prSet presAssocID="{672B4F4D-AF13-4B94-87E1-A90A530D5384}" presName="vert1" presStyleCnt="0"/>
      <dgm:spPr/>
    </dgm:pt>
    <dgm:pt modelId="{5C4E1BF6-ED11-BA44-A7B2-835C0847A5BF}" type="pres">
      <dgm:prSet presAssocID="{3DCF8957-FD5F-488C-9390-1C4C319130DE}" presName="thickLine" presStyleLbl="alignNode1" presStyleIdx="1" presStyleCnt="3"/>
      <dgm:spPr/>
    </dgm:pt>
    <dgm:pt modelId="{431AB37D-F233-AA4A-8465-4300F4315A60}" type="pres">
      <dgm:prSet presAssocID="{3DCF8957-FD5F-488C-9390-1C4C319130DE}" presName="horz1" presStyleCnt="0"/>
      <dgm:spPr/>
    </dgm:pt>
    <dgm:pt modelId="{E1261D22-9D42-4849-A9F7-597EFE7CDBC5}" type="pres">
      <dgm:prSet presAssocID="{3DCF8957-FD5F-488C-9390-1C4C319130DE}" presName="tx1" presStyleLbl="revTx" presStyleIdx="1" presStyleCnt="3"/>
      <dgm:spPr/>
    </dgm:pt>
    <dgm:pt modelId="{7C8E0F46-DEC8-CE4B-9725-7662D64895EC}" type="pres">
      <dgm:prSet presAssocID="{3DCF8957-FD5F-488C-9390-1C4C319130DE}" presName="vert1" presStyleCnt="0"/>
      <dgm:spPr/>
    </dgm:pt>
    <dgm:pt modelId="{A7F8CBE6-A8C6-5543-8F5B-BE12FB5126F2}" type="pres">
      <dgm:prSet presAssocID="{FF6AD517-B7C8-44DA-81C4-A77678BD9118}" presName="thickLine" presStyleLbl="alignNode1" presStyleIdx="2" presStyleCnt="3"/>
      <dgm:spPr/>
    </dgm:pt>
    <dgm:pt modelId="{24A3AA74-B87E-5F48-84B8-A02A095110F6}" type="pres">
      <dgm:prSet presAssocID="{FF6AD517-B7C8-44DA-81C4-A77678BD9118}" presName="horz1" presStyleCnt="0"/>
      <dgm:spPr/>
    </dgm:pt>
    <dgm:pt modelId="{F9DE1912-C653-DB40-B48E-69D302C4EF9B}" type="pres">
      <dgm:prSet presAssocID="{FF6AD517-B7C8-44DA-81C4-A77678BD9118}" presName="tx1" presStyleLbl="revTx" presStyleIdx="2" presStyleCnt="3"/>
      <dgm:spPr/>
    </dgm:pt>
    <dgm:pt modelId="{0239912F-6C64-2F4A-BEEE-4FF703EBD382}" type="pres">
      <dgm:prSet presAssocID="{FF6AD517-B7C8-44DA-81C4-A77678BD9118}" presName="vert1" presStyleCnt="0"/>
      <dgm:spPr/>
    </dgm:pt>
  </dgm:ptLst>
  <dgm:cxnLst>
    <dgm:cxn modelId="{AFF05D0B-6B0B-4C4D-B194-65B849409C9C}" type="presOf" srcId="{5D19A7A9-6715-49A2-B4AD-AB67D8144406}" destId="{AC4097A5-5BEA-704B-B729-06633DE65D73}" srcOrd="0" destOrd="0" presId="urn:microsoft.com/office/officeart/2008/layout/LinedList"/>
    <dgm:cxn modelId="{7B89AD1D-871E-4708-A938-98B0DAADE8FD}" srcId="{5D19A7A9-6715-49A2-B4AD-AB67D8144406}" destId="{3DCF8957-FD5F-488C-9390-1C4C319130DE}" srcOrd="1" destOrd="0" parTransId="{EFE445C9-95FE-4E5F-BC3D-0DE4FD810666}" sibTransId="{ED2639A8-6F1B-4FFE-AE22-F1BB125153FB}"/>
    <dgm:cxn modelId="{2FD6DC3F-6C05-8A41-A423-8D1D01129D2A}" type="presOf" srcId="{3DCF8957-FD5F-488C-9390-1C4C319130DE}" destId="{E1261D22-9D42-4849-A9F7-597EFE7CDBC5}" srcOrd="0" destOrd="0" presId="urn:microsoft.com/office/officeart/2008/layout/LinedList"/>
    <dgm:cxn modelId="{601BEB59-85D4-4959-BBE8-CC5744111930}" srcId="{5D19A7A9-6715-49A2-B4AD-AB67D8144406}" destId="{672B4F4D-AF13-4B94-87E1-A90A530D5384}" srcOrd="0" destOrd="0" parTransId="{A91216CC-ADEF-4E9C-9643-7B2299D9940E}" sibTransId="{550373E0-DD15-45F4-944C-59B66D77DA07}"/>
    <dgm:cxn modelId="{DB7C6788-5E26-4D45-AEF1-6ED9108C8B72}" srcId="{5D19A7A9-6715-49A2-B4AD-AB67D8144406}" destId="{FF6AD517-B7C8-44DA-81C4-A77678BD9118}" srcOrd="2" destOrd="0" parTransId="{319410E8-11DC-423F-A058-5FA7F7E1582A}" sibTransId="{83EFB0A8-E343-4013-91CB-F86BD869FE61}"/>
    <dgm:cxn modelId="{FE401694-B8BE-2540-BBD2-9AD31C4A00DC}" type="presOf" srcId="{FF6AD517-B7C8-44DA-81C4-A77678BD9118}" destId="{F9DE1912-C653-DB40-B48E-69D302C4EF9B}" srcOrd="0" destOrd="0" presId="urn:microsoft.com/office/officeart/2008/layout/LinedList"/>
    <dgm:cxn modelId="{4E3DBAF8-75D4-5F4B-A8C0-F69F3D529A2E}" type="presOf" srcId="{672B4F4D-AF13-4B94-87E1-A90A530D5384}" destId="{483A0738-80DC-2B4B-8B68-18DDDD50AACB}" srcOrd="0" destOrd="0" presId="urn:microsoft.com/office/officeart/2008/layout/LinedList"/>
    <dgm:cxn modelId="{095E2F4C-90FD-BF47-9C5C-4EE532FFDAED}" type="presParOf" srcId="{AC4097A5-5BEA-704B-B729-06633DE65D73}" destId="{8DF5ADB4-8C91-5D45-9CF1-F3D3D586613D}" srcOrd="0" destOrd="0" presId="urn:microsoft.com/office/officeart/2008/layout/LinedList"/>
    <dgm:cxn modelId="{04C052C6-4BD0-194C-B46F-B99D0D3FB333}" type="presParOf" srcId="{AC4097A5-5BEA-704B-B729-06633DE65D73}" destId="{9EE5CF80-2704-944D-98CB-8E8BB8C30856}" srcOrd="1" destOrd="0" presId="urn:microsoft.com/office/officeart/2008/layout/LinedList"/>
    <dgm:cxn modelId="{40DFCB0B-7C9F-8741-B86C-57583FA6957E}" type="presParOf" srcId="{9EE5CF80-2704-944D-98CB-8E8BB8C30856}" destId="{483A0738-80DC-2B4B-8B68-18DDDD50AACB}" srcOrd="0" destOrd="0" presId="urn:microsoft.com/office/officeart/2008/layout/LinedList"/>
    <dgm:cxn modelId="{B009804B-42A7-8640-B7EF-A5F01F80EDAF}" type="presParOf" srcId="{9EE5CF80-2704-944D-98CB-8E8BB8C30856}" destId="{48B4C86C-89A3-6941-B2AC-62E73312654E}" srcOrd="1" destOrd="0" presId="urn:microsoft.com/office/officeart/2008/layout/LinedList"/>
    <dgm:cxn modelId="{445961B3-8A34-3345-A5DB-34D4505756F5}" type="presParOf" srcId="{AC4097A5-5BEA-704B-B729-06633DE65D73}" destId="{5C4E1BF6-ED11-BA44-A7B2-835C0847A5BF}" srcOrd="2" destOrd="0" presId="urn:microsoft.com/office/officeart/2008/layout/LinedList"/>
    <dgm:cxn modelId="{3B0DD26A-958A-5F4E-98AA-B3CD91547F04}" type="presParOf" srcId="{AC4097A5-5BEA-704B-B729-06633DE65D73}" destId="{431AB37D-F233-AA4A-8465-4300F4315A60}" srcOrd="3" destOrd="0" presId="urn:microsoft.com/office/officeart/2008/layout/LinedList"/>
    <dgm:cxn modelId="{187B82BE-5C45-A242-80F8-0C1EBFC50BE1}" type="presParOf" srcId="{431AB37D-F233-AA4A-8465-4300F4315A60}" destId="{E1261D22-9D42-4849-A9F7-597EFE7CDBC5}" srcOrd="0" destOrd="0" presId="urn:microsoft.com/office/officeart/2008/layout/LinedList"/>
    <dgm:cxn modelId="{21F2531C-6F81-3844-9F29-B2497346DE59}" type="presParOf" srcId="{431AB37D-F233-AA4A-8465-4300F4315A60}" destId="{7C8E0F46-DEC8-CE4B-9725-7662D64895EC}" srcOrd="1" destOrd="0" presId="urn:microsoft.com/office/officeart/2008/layout/LinedList"/>
    <dgm:cxn modelId="{650AFA9D-2424-B440-9F48-D6B4378E2BC2}" type="presParOf" srcId="{AC4097A5-5BEA-704B-B729-06633DE65D73}" destId="{A7F8CBE6-A8C6-5543-8F5B-BE12FB5126F2}" srcOrd="4" destOrd="0" presId="urn:microsoft.com/office/officeart/2008/layout/LinedList"/>
    <dgm:cxn modelId="{8E3A788A-AB28-2F49-8706-A91891192596}" type="presParOf" srcId="{AC4097A5-5BEA-704B-B729-06633DE65D73}" destId="{24A3AA74-B87E-5F48-84B8-A02A095110F6}" srcOrd="5" destOrd="0" presId="urn:microsoft.com/office/officeart/2008/layout/LinedList"/>
    <dgm:cxn modelId="{F63BD501-8F44-6840-87A6-019507068AF0}" type="presParOf" srcId="{24A3AA74-B87E-5F48-84B8-A02A095110F6}" destId="{F9DE1912-C653-DB40-B48E-69D302C4EF9B}" srcOrd="0" destOrd="0" presId="urn:microsoft.com/office/officeart/2008/layout/LinedList"/>
    <dgm:cxn modelId="{4816C0DD-AD51-8B41-A18A-9C833C0DFDAD}" type="presParOf" srcId="{24A3AA74-B87E-5F48-84B8-A02A095110F6}" destId="{0239912F-6C64-2F4A-BEEE-4FF703EBD3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D4F385-DEF2-4D3F-9B5A-3A6386AA6DA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3B573F-361B-4ED5-B6C9-23E1C29A3AE6}">
      <dgm:prSet/>
      <dgm:spPr/>
      <dgm:t>
        <a:bodyPr/>
        <a:lstStyle/>
        <a:p>
          <a:r>
            <a:rPr lang="en-MY" b="1"/>
            <a:t>Created Model using PHP Artisan</a:t>
          </a:r>
          <a:endParaRPr lang="en-US"/>
        </a:p>
      </dgm:t>
    </dgm:pt>
    <dgm:pt modelId="{14466D93-E857-4E42-B780-A22F1AC4CB1F}" type="parTrans" cxnId="{B7CB623C-88CD-4119-9686-8FDFF5BAF2EA}">
      <dgm:prSet/>
      <dgm:spPr/>
      <dgm:t>
        <a:bodyPr/>
        <a:lstStyle/>
        <a:p>
          <a:endParaRPr lang="en-US"/>
        </a:p>
      </dgm:t>
    </dgm:pt>
    <dgm:pt modelId="{65826D8E-3A92-4C3B-8914-3BACBA60FE1B}" type="sibTrans" cxnId="{B7CB623C-88CD-4119-9686-8FDFF5BAF2EA}">
      <dgm:prSet/>
      <dgm:spPr/>
      <dgm:t>
        <a:bodyPr/>
        <a:lstStyle/>
        <a:p>
          <a:endParaRPr lang="en-US"/>
        </a:p>
      </dgm:t>
    </dgm:pt>
    <dgm:pt modelId="{50B66AA1-3458-44D1-843B-A4A841A59BC4}">
      <dgm:prSet/>
      <dgm:spPr/>
      <dgm:t>
        <a:bodyPr/>
        <a:lstStyle/>
        <a:p>
          <a:r>
            <a:rPr lang="en-MY"/>
            <a:t>php artisan make:model &lt;modelname&gt; </a:t>
          </a:r>
          <a:endParaRPr lang="en-US"/>
        </a:p>
      </dgm:t>
    </dgm:pt>
    <dgm:pt modelId="{19AB7557-5ABF-4CA9-BDE6-96F441D03E37}" type="parTrans" cxnId="{5BD7A32A-385C-43D9-B0C5-9EAE039A82D2}">
      <dgm:prSet/>
      <dgm:spPr/>
      <dgm:t>
        <a:bodyPr/>
        <a:lstStyle/>
        <a:p>
          <a:endParaRPr lang="en-US"/>
        </a:p>
      </dgm:t>
    </dgm:pt>
    <dgm:pt modelId="{75BD31AF-8609-4D46-A104-9494B8697463}" type="sibTrans" cxnId="{5BD7A32A-385C-43D9-B0C5-9EAE039A82D2}">
      <dgm:prSet/>
      <dgm:spPr/>
      <dgm:t>
        <a:bodyPr/>
        <a:lstStyle/>
        <a:p>
          <a:endParaRPr lang="en-US"/>
        </a:p>
      </dgm:t>
    </dgm:pt>
    <dgm:pt modelId="{AE609B6C-B6D9-2349-A5CC-B3707DF7E3F5}" type="pres">
      <dgm:prSet presAssocID="{C6D4F385-DEF2-4D3F-9B5A-3A6386AA6DAD}" presName="linear" presStyleCnt="0">
        <dgm:presLayoutVars>
          <dgm:animLvl val="lvl"/>
          <dgm:resizeHandles val="exact"/>
        </dgm:presLayoutVars>
      </dgm:prSet>
      <dgm:spPr/>
    </dgm:pt>
    <dgm:pt modelId="{51597D10-42D8-B648-AF7E-C83E6C70F297}" type="pres">
      <dgm:prSet presAssocID="{3F3B573F-361B-4ED5-B6C9-23E1C29A3A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3C7C05-FFF4-984D-AD50-B18C116FE2E3}" type="pres">
      <dgm:prSet presAssocID="{65826D8E-3A92-4C3B-8914-3BACBA60FE1B}" presName="spacer" presStyleCnt="0"/>
      <dgm:spPr/>
    </dgm:pt>
    <dgm:pt modelId="{7ADE73BC-5743-BC4A-A225-FD81A9FD1EA1}" type="pres">
      <dgm:prSet presAssocID="{50B66AA1-3458-44D1-843B-A4A841A59BC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C1BDB02-318A-0249-9684-628D4D589EB0}" type="presOf" srcId="{C6D4F385-DEF2-4D3F-9B5A-3A6386AA6DAD}" destId="{AE609B6C-B6D9-2349-A5CC-B3707DF7E3F5}" srcOrd="0" destOrd="0" presId="urn:microsoft.com/office/officeart/2005/8/layout/vList2"/>
    <dgm:cxn modelId="{5BD7A32A-385C-43D9-B0C5-9EAE039A82D2}" srcId="{C6D4F385-DEF2-4D3F-9B5A-3A6386AA6DAD}" destId="{50B66AA1-3458-44D1-843B-A4A841A59BC4}" srcOrd="1" destOrd="0" parTransId="{19AB7557-5ABF-4CA9-BDE6-96F441D03E37}" sibTransId="{75BD31AF-8609-4D46-A104-9494B8697463}"/>
    <dgm:cxn modelId="{B7CB623C-88CD-4119-9686-8FDFF5BAF2EA}" srcId="{C6D4F385-DEF2-4D3F-9B5A-3A6386AA6DAD}" destId="{3F3B573F-361B-4ED5-B6C9-23E1C29A3AE6}" srcOrd="0" destOrd="0" parTransId="{14466D93-E857-4E42-B780-A22F1AC4CB1F}" sibTransId="{65826D8E-3A92-4C3B-8914-3BACBA60FE1B}"/>
    <dgm:cxn modelId="{6BAFBEB1-0E09-1F46-92A5-D234DACF1D88}" type="presOf" srcId="{50B66AA1-3458-44D1-843B-A4A841A59BC4}" destId="{7ADE73BC-5743-BC4A-A225-FD81A9FD1EA1}" srcOrd="0" destOrd="0" presId="urn:microsoft.com/office/officeart/2005/8/layout/vList2"/>
    <dgm:cxn modelId="{BC14E6D6-244C-CE48-92D2-2CBE9CECC71C}" type="presOf" srcId="{3F3B573F-361B-4ED5-B6C9-23E1C29A3AE6}" destId="{51597D10-42D8-B648-AF7E-C83E6C70F297}" srcOrd="0" destOrd="0" presId="urn:microsoft.com/office/officeart/2005/8/layout/vList2"/>
    <dgm:cxn modelId="{5BE6537C-6888-494D-8AAC-AF0E96F8A5A8}" type="presParOf" srcId="{AE609B6C-B6D9-2349-A5CC-B3707DF7E3F5}" destId="{51597D10-42D8-B648-AF7E-C83E6C70F297}" srcOrd="0" destOrd="0" presId="urn:microsoft.com/office/officeart/2005/8/layout/vList2"/>
    <dgm:cxn modelId="{BBF36291-FE07-3542-BC62-9BA09D6B25E3}" type="presParOf" srcId="{AE609B6C-B6D9-2349-A5CC-B3707DF7E3F5}" destId="{DD3C7C05-FFF4-984D-AD50-B18C116FE2E3}" srcOrd="1" destOrd="0" presId="urn:microsoft.com/office/officeart/2005/8/layout/vList2"/>
    <dgm:cxn modelId="{8544D9AC-E185-1D4F-BF80-50AF87E66F3C}" type="presParOf" srcId="{AE609B6C-B6D9-2349-A5CC-B3707DF7E3F5}" destId="{7ADE73BC-5743-BC4A-A225-FD81A9FD1EA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5E563E-A39F-4D63-BABD-C62FB9CF718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010F96-9ABD-4744-9D9D-F5BD584A5F8D}">
      <dgm:prSet/>
      <dgm:spPr/>
      <dgm:t>
        <a:bodyPr/>
        <a:lstStyle/>
        <a:p>
          <a:r>
            <a:rPr lang="en-US"/>
            <a:t>Migrations are like version control for your database, allowing your team to define and share the application's database schema definition. </a:t>
          </a:r>
        </a:p>
      </dgm:t>
    </dgm:pt>
    <dgm:pt modelId="{928476CD-E134-412B-9DC9-A52BC3A04C07}" type="parTrans" cxnId="{C7922EA1-90C6-40DA-BA04-49F30BD60D9B}">
      <dgm:prSet/>
      <dgm:spPr/>
      <dgm:t>
        <a:bodyPr/>
        <a:lstStyle/>
        <a:p>
          <a:endParaRPr lang="en-US"/>
        </a:p>
      </dgm:t>
    </dgm:pt>
    <dgm:pt modelId="{0B2B584B-3C28-4CFC-8771-8E02D1D56CF2}" type="sibTrans" cxnId="{C7922EA1-90C6-40DA-BA04-49F30BD60D9B}">
      <dgm:prSet/>
      <dgm:spPr/>
      <dgm:t>
        <a:bodyPr/>
        <a:lstStyle/>
        <a:p>
          <a:endParaRPr lang="en-US"/>
        </a:p>
      </dgm:t>
    </dgm:pt>
    <dgm:pt modelId="{AE969655-48A3-4EA4-975D-6C392B853C58}">
      <dgm:prSet/>
      <dgm:spPr/>
      <dgm:t>
        <a:bodyPr/>
        <a:lstStyle/>
        <a:p>
          <a:r>
            <a:rPr lang="en-US"/>
            <a:t>If you ask a teammate to manually add a column to their local database schema</a:t>
          </a:r>
        </a:p>
      </dgm:t>
    </dgm:pt>
    <dgm:pt modelId="{8B0E64C3-07E7-4674-91B9-7DA024AC81F5}" type="parTrans" cxnId="{8DA27B25-DB5C-4818-972D-742B318C401E}">
      <dgm:prSet/>
      <dgm:spPr/>
      <dgm:t>
        <a:bodyPr/>
        <a:lstStyle/>
        <a:p>
          <a:endParaRPr lang="en-US"/>
        </a:p>
      </dgm:t>
    </dgm:pt>
    <dgm:pt modelId="{2ACB83AB-9C69-431D-B361-5A7F0DF76764}" type="sibTrans" cxnId="{8DA27B25-DB5C-4818-972D-742B318C401E}">
      <dgm:prSet/>
      <dgm:spPr/>
      <dgm:t>
        <a:bodyPr/>
        <a:lstStyle/>
        <a:p>
          <a:endParaRPr lang="en-US"/>
        </a:p>
      </dgm:t>
    </dgm:pt>
    <dgm:pt modelId="{6C51F0C1-5FE7-4309-AC6F-7A131E79AB78}">
      <dgm:prSet/>
      <dgm:spPr/>
      <dgm:t>
        <a:bodyPr/>
        <a:lstStyle/>
        <a:p>
          <a:r>
            <a:rPr lang="en-US"/>
            <a:t>Your database or table may not working properly</a:t>
          </a:r>
        </a:p>
      </dgm:t>
    </dgm:pt>
    <dgm:pt modelId="{6A1680C2-722C-44E9-AF74-5BC5CA9B3748}" type="parTrans" cxnId="{6D1FC366-9893-4990-B869-3690EE694E4B}">
      <dgm:prSet/>
      <dgm:spPr/>
      <dgm:t>
        <a:bodyPr/>
        <a:lstStyle/>
        <a:p>
          <a:endParaRPr lang="en-US"/>
        </a:p>
      </dgm:t>
    </dgm:pt>
    <dgm:pt modelId="{C46A1358-E60B-4A1A-A04E-D65594F61F4F}" type="sibTrans" cxnId="{6D1FC366-9893-4990-B869-3690EE694E4B}">
      <dgm:prSet/>
      <dgm:spPr/>
      <dgm:t>
        <a:bodyPr/>
        <a:lstStyle/>
        <a:p>
          <a:endParaRPr lang="en-US"/>
        </a:p>
      </dgm:t>
    </dgm:pt>
    <dgm:pt modelId="{FEDA4B78-6143-4878-8888-39B9029DDBC2}">
      <dgm:prSet/>
      <dgm:spPr/>
      <dgm:t>
        <a:bodyPr/>
        <a:lstStyle/>
        <a:p>
          <a:r>
            <a:rPr lang="en-US"/>
            <a:t>database migrations solve the problem by standardize the process.</a:t>
          </a:r>
        </a:p>
      </dgm:t>
    </dgm:pt>
    <dgm:pt modelId="{6678FAB8-2543-4AD5-9164-FC05309359BB}" type="parTrans" cxnId="{57D2775D-D353-48DF-A043-30DABD600923}">
      <dgm:prSet/>
      <dgm:spPr/>
      <dgm:t>
        <a:bodyPr/>
        <a:lstStyle/>
        <a:p>
          <a:endParaRPr lang="en-US"/>
        </a:p>
      </dgm:t>
    </dgm:pt>
    <dgm:pt modelId="{BDB1EA74-1A3B-4C72-9BC9-BFEC843268E1}" type="sibTrans" cxnId="{57D2775D-D353-48DF-A043-30DABD600923}">
      <dgm:prSet/>
      <dgm:spPr/>
      <dgm:t>
        <a:bodyPr/>
        <a:lstStyle/>
        <a:p>
          <a:endParaRPr lang="en-US"/>
        </a:p>
      </dgm:t>
    </dgm:pt>
    <dgm:pt modelId="{6A4D7541-DA83-574D-AE42-13FC6C1E5AA3}" type="pres">
      <dgm:prSet presAssocID="{035E563E-A39F-4D63-BABD-C62FB9CF7187}" presName="linear" presStyleCnt="0">
        <dgm:presLayoutVars>
          <dgm:animLvl val="lvl"/>
          <dgm:resizeHandles val="exact"/>
        </dgm:presLayoutVars>
      </dgm:prSet>
      <dgm:spPr/>
    </dgm:pt>
    <dgm:pt modelId="{3DFA973B-77F1-8E44-B1E3-038F7612C5FF}" type="pres">
      <dgm:prSet presAssocID="{38010F96-9ABD-4744-9D9D-F5BD584A5F8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6D3E7F-6741-3940-A83B-76448A35BAAE}" type="pres">
      <dgm:prSet presAssocID="{0B2B584B-3C28-4CFC-8771-8E02D1D56CF2}" presName="spacer" presStyleCnt="0"/>
      <dgm:spPr/>
    </dgm:pt>
    <dgm:pt modelId="{F46713DE-1E63-7E4D-8DC6-0EA41425B276}" type="pres">
      <dgm:prSet presAssocID="{AE969655-48A3-4EA4-975D-6C392B853C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024CEA-9633-BC40-AF1E-D657F6E7D555}" type="pres">
      <dgm:prSet presAssocID="{2ACB83AB-9C69-431D-B361-5A7F0DF76764}" presName="spacer" presStyleCnt="0"/>
      <dgm:spPr/>
    </dgm:pt>
    <dgm:pt modelId="{2CBC0F86-817F-9A43-81EA-DE00A6664AEF}" type="pres">
      <dgm:prSet presAssocID="{6C51F0C1-5FE7-4309-AC6F-7A131E79AB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DF14C7-3B3B-314D-956C-96B7D654D5DB}" type="pres">
      <dgm:prSet presAssocID="{C46A1358-E60B-4A1A-A04E-D65594F61F4F}" presName="spacer" presStyleCnt="0"/>
      <dgm:spPr/>
    </dgm:pt>
    <dgm:pt modelId="{2DE6D692-BE86-0048-88FC-2DEABDD12030}" type="pres">
      <dgm:prSet presAssocID="{FEDA4B78-6143-4878-8888-39B9029DDBC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A27B25-DB5C-4818-972D-742B318C401E}" srcId="{035E563E-A39F-4D63-BABD-C62FB9CF7187}" destId="{AE969655-48A3-4EA4-975D-6C392B853C58}" srcOrd="1" destOrd="0" parTransId="{8B0E64C3-07E7-4674-91B9-7DA024AC81F5}" sibTransId="{2ACB83AB-9C69-431D-B361-5A7F0DF76764}"/>
    <dgm:cxn modelId="{7961E733-E402-7448-9F9D-50C91F7C895E}" type="presOf" srcId="{035E563E-A39F-4D63-BABD-C62FB9CF7187}" destId="{6A4D7541-DA83-574D-AE42-13FC6C1E5AA3}" srcOrd="0" destOrd="0" presId="urn:microsoft.com/office/officeart/2005/8/layout/vList2"/>
    <dgm:cxn modelId="{57D2775D-D353-48DF-A043-30DABD600923}" srcId="{035E563E-A39F-4D63-BABD-C62FB9CF7187}" destId="{FEDA4B78-6143-4878-8888-39B9029DDBC2}" srcOrd="3" destOrd="0" parTransId="{6678FAB8-2543-4AD5-9164-FC05309359BB}" sibTransId="{BDB1EA74-1A3B-4C72-9BC9-BFEC843268E1}"/>
    <dgm:cxn modelId="{DD013E62-AED3-4743-9688-CA11E7FCA5B7}" type="presOf" srcId="{6C51F0C1-5FE7-4309-AC6F-7A131E79AB78}" destId="{2CBC0F86-817F-9A43-81EA-DE00A6664AEF}" srcOrd="0" destOrd="0" presId="urn:microsoft.com/office/officeart/2005/8/layout/vList2"/>
    <dgm:cxn modelId="{6D1FC366-9893-4990-B869-3690EE694E4B}" srcId="{035E563E-A39F-4D63-BABD-C62FB9CF7187}" destId="{6C51F0C1-5FE7-4309-AC6F-7A131E79AB78}" srcOrd="2" destOrd="0" parTransId="{6A1680C2-722C-44E9-AF74-5BC5CA9B3748}" sibTransId="{C46A1358-E60B-4A1A-A04E-D65594F61F4F}"/>
    <dgm:cxn modelId="{97766E6C-E0DD-EC47-AB2C-2D386E15E660}" type="presOf" srcId="{FEDA4B78-6143-4878-8888-39B9029DDBC2}" destId="{2DE6D692-BE86-0048-88FC-2DEABDD12030}" srcOrd="0" destOrd="0" presId="urn:microsoft.com/office/officeart/2005/8/layout/vList2"/>
    <dgm:cxn modelId="{1429667F-1FD0-CA4F-B5CF-B15F3716F1E3}" type="presOf" srcId="{AE969655-48A3-4EA4-975D-6C392B853C58}" destId="{F46713DE-1E63-7E4D-8DC6-0EA41425B276}" srcOrd="0" destOrd="0" presId="urn:microsoft.com/office/officeart/2005/8/layout/vList2"/>
    <dgm:cxn modelId="{C7922EA1-90C6-40DA-BA04-49F30BD60D9B}" srcId="{035E563E-A39F-4D63-BABD-C62FB9CF7187}" destId="{38010F96-9ABD-4744-9D9D-F5BD584A5F8D}" srcOrd="0" destOrd="0" parTransId="{928476CD-E134-412B-9DC9-A52BC3A04C07}" sibTransId="{0B2B584B-3C28-4CFC-8771-8E02D1D56CF2}"/>
    <dgm:cxn modelId="{6D57ECD0-97AA-0D4D-BD5A-305F763588BD}" type="presOf" srcId="{38010F96-9ABD-4744-9D9D-F5BD584A5F8D}" destId="{3DFA973B-77F1-8E44-B1E3-038F7612C5FF}" srcOrd="0" destOrd="0" presId="urn:microsoft.com/office/officeart/2005/8/layout/vList2"/>
    <dgm:cxn modelId="{F345ED30-CDE3-2548-84DE-451422A33F78}" type="presParOf" srcId="{6A4D7541-DA83-574D-AE42-13FC6C1E5AA3}" destId="{3DFA973B-77F1-8E44-B1E3-038F7612C5FF}" srcOrd="0" destOrd="0" presId="urn:microsoft.com/office/officeart/2005/8/layout/vList2"/>
    <dgm:cxn modelId="{EE0617E3-B061-5848-832B-6D920CA26796}" type="presParOf" srcId="{6A4D7541-DA83-574D-AE42-13FC6C1E5AA3}" destId="{386D3E7F-6741-3940-A83B-76448A35BAAE}" srcOrd="1" destOrd="0" presId="urn:microsoft.com/office/officeart/2005/8/layout/vList2"/>
    <dgm:cxn modelId="{DE5202EE-BCE1-244C-80FC-EFE02454A044}" type="presParOf" srcId="{6A4D7541-DA83-574D-AE42-13FC6C1E5AA3}" destId="{F46713DE-1E63-7E4D-8DC6-0EA41425B276}" srcOrd="2" destOrd="0" presId="urn:microsoft.com/office/officeart/2005/8/layout/vList2"/>
    <dgm:cxn modelId="{4259713B-3F47-A740-9F0D-9A4C1224B24C}" type="presParOf" srcId="{6A4D7541-DA83-574D-AE42-13FC6C1E5AA3}" destId="{32024CEA-9633-BC40-AF1E-D657F6E7D555}" srcOrd="3" destOrd="0" presId="urn:microsoft.com/office/officeart/2005/8/layout/vList2"/>
    <dgm:cxn modelId="{293E950D-7A2D-7D49-B64B-233EF57A05FA}" type="presParOf" srcId="{6A4D7541-DA83-574D-AE42-13FC6C1E5AA3}" destId="{2CBC0F86-817F-9A43-81EA-DE00A6664AEF}" srcOrd="4" destOrd="0" presId="urn:microsoft.com/office/officeart/2005/8/layout/vList2"/>
    <dgm:cxn modelId="{553AD5FE-10D8-8244-9F27-83363F82E7BA}" type="presParOf" srcId="{6A4D7541-DA83-574D-AE42-13FC6C1E5AA3}" destId="{E7DF14C7-3B3B-314D-956C-96B7D654D5DB}" srcOrd="5" destOrd="0" presId="urn:microsoft.com/office/officeart/2005/8/layout/vList2"/>
    <dgm:cxn modelId="{0D62B127-C3B3-704C-92D7-2371C12AD881}" type="presParOf" srcId="{6A4D7541-DA83-574D-AE42-13FC6C1E5AA3}" destId="{2DE6D692-BE86-0048-88FC-2DEABDD120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89E96C-C227-43ED-93F0-C640DB7235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029671-486E-459D-8C10-A6DE61DB8169}">
      <dgm:prSet/>
      <dgm:spPr/>
      <dgm:t>
        <a:bodyPr/>
        <a:lstStyle/>
        <a:p>
          <a:r>
            <a:rPr lang="en-MY" b="1"/>
            <a:t>Created Model using PHP Artisan</a:t>
          </a:r>
          <a:endParaRPr lang="en-US"/>
        </a:p>
      </dgm:t>
    </dgm:pt>
    <dgm:pt modelId="{D0C8C8CA-13B5-4C41-AA0C-D16A8B8BD924}" type="parTrans" cxnId="{F21822F3-EEFA-441F-844A-BE596846112E}">
      <dgm:prSet/>
      <dgm:spPr/>
      <dgm:t>
        <a:bodyPr/>
        <a:lstStyle/>
        <a:p>
          <a:endParaRPr lang="en-US"/>
        </a:p>
      </dgm:t>
    </dgm:pt>
    <dgm:pt modelId="{7A3DFE08-AD65-4AA3-B378-079E4B064B2A}" type="sibTrans" cxnId="{F21822F3-EEFA-441F-844A-BE596846112E}">
      <dgm:prSet/>
      <dgm:spPr/>
      <dgm:t>
        <a:bodyPr/>
        <a:lstStyle/>
        <a:p>
          <a:endParaRPr lang="en-US"/>
        </a:p>
      </dgm:t>
    </dgm:pt>
    <dgm:pt modelId="{11F1EAA3-97F7-40CB-BEF1-59F87C01B948}">
      <dgm:prSet/>
      <dgm:spPr/>
      <dgm:t>
        <a:bodyPr/>
        <a:lstStyle/>
        <a:p>
          <a:r>
            <a:rPr lang="en-MY"/>
            <a:t>php artisan make:model &lt;modelname&gt; -m</a:t>
          </a:r>
          <a:endParaRPr lang="en-US"/>
        </a:p>
      </dgm:t>
    </dgm:pt>
    <dgm:pt modelId="{2B13963D-F3D1-4A02-94C4-798E065B8C82}" type="parTrans" cxnId="{8C66E236-0679-4A71-BB4D-D8614D62D549}">
      <dgm:prSet/>
      <dgm:spPr/>
      <dgm:t>
        <a:bodyPr/>
        <a:lstStyle/>
        <a:p>
          <a:endParaRPr lang="en-US"/>
        </a:p>
      </dgm:t>
    </dgm:pt>
    <dgm:pt modelId="{ADA3E366-4F66-422D-88AD-BA3FD5C3DC39}" type="sibTrans" cxnId="{8C66E236-0679-4A71-BB4D-D8614D62D549}">
      <dgm:prSet/>
      <dgm:spPr/>
      <dgm:t>
        <a:bodyPr/>
        <a:lstStyle/>
        <a:p>
          <a:endParaRPr lang="en-US"/>
        </a:p>
      </dgm:t>
    </dgm:pt>
    <dgm:pt modelId="{742F3EAA-F7D5-EF4D-AB3B-FBDC6D0CFDB0}" type="pres">
      <dgm:prSet presAssocID="{0E89E96C-C227-43ED-93F0-C640DB7235D1}" presName="linear" presStyleCnt="0">
        <dgm:presLayoutVars>
          <dgm:animLvl val="lvl"/>
          <dgm:resizeHandles val="exact"/>
        </dgm:presLayoutVars>
      </dgm:prSet>
      <dgm:spPr/>
    </dgm:pt>
    <dgm:pt modelId="{6BB60B23-9A63-C54C-A427-675FBFF76F15}" type="pres">
      <dgm:prSet presAssocID="{DF029671-486E-459D-8C10-A6DE61DB81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C7F8A25-47DB-C64E-9ED8-802FC703A996}" type="pres">
      <dgm:prSet presAssocID="{7A3DFE08-AD65-4AA3-B378-079E4B064B2A}" presName="spacer" presStyleCnt="0"/>
      <dgm:spPr/>
    </dgm:pt>
    <dgm:pt modelId="{92622CDB-985F-2E42-9CC9-262C3AE41DE3}" type="pres">
      <dgm:prSet presAssocID="{11F1EAA3-97F7-40CB-BEF1-59F87C01B94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D489616-19C9-1342-922D-62852FAB5B17}" type="presOf" srcId="{DF029671-486E-459D-8C10-A6DE61DB8169}" destId="{6BB60B23-9A63-C54C-A427-675FBFF76F15}" srcOrd="0" destOrd="0" presId="urn:microsoft.com/office/officeart/2005/8/layout/vList2"/>
    <dgm:cxn modelId="{8C66E236-0679-4A71-BB4D-D8614D62D549}" srcId="{0E89E96C-C227-43ED-93F0-C640DB7235D1}" destId="{11F1EAA3-97F7-40CB-BEF1-59F87C01B948}" srcOrd="1" destOrd="0" parTransId="{2B13963D-F3D1-4A02-94C4-798E065B8C82}" sibTransId="{ADA3E366-4F66-422D-88AD-BA3FD5C3DC39}"/>
    <dgm:cxn modelId="{1FDA7963-9E19-9F43-81F0-981C4FB8D2FD}" type="presOf" srcId="{11F1EAA3-97F7-40CB-BEF1-59F87C01B948}" destId="{92622CDB-985F-2E42-9CC9-262C3AE41DE3}" srcOrd="0" destOrd="0" presId="urn:microsoft.com/office/officeart/2005/8/layout/vList2"/>
    <dgm:cxn modelId="{1B063AB0-302E-C540-9DD0-20AC29B266C6}" type="presOf" srcId="{0E89E96C-C227-43ED-93F0-C640DB7235D1}" destId="{742F3EAA-F7D5-EF4D-AB3B-FBDC6D0CFDB0}" srcOrd="0" destOrd="0" presId="urn:microsoft.com/office/officeart/2005/8/layout/vList2"/>
    <dgm:cxn modelId="{F21822F3-EEFA-441F-844A-BE596846112E}" srcId="{0E89E96C-C227-43ED-93F0-C640DB7235D1}" destId="{DF029671-486E-459D-8C10-A6DE61DB8169}" srcOrd="0" destOrd="0" parTransId="{D0C8C8CA-13B5-4C41-AA0C-D16A8B8BD924}" sibTransId="{7A3DFE08-AD65-4AA3-B378-079E4B064B2A}"/>
    <dgm:cxn modelId="{9AEFBC68-3F84-C549-9CFA-3CA4DE17D871}" type="presParOf" srcId="{742F3EAA-F7D5-EF4D-AB3B-FBDC6D0CFDB0}" destId="{6BB60B23-9A63-C54C-A427-675FBFF76F15}" srcOrd="0" destOrd="0" presId="urn:microsoft.com/office/officeart/2005/8/layout/vList2"/>
    <dgm:cxn modelId="{53EEF311-B011-2C40-943A-B4F03212B0A4}" type="presParOf" srcId="{742F3EAA-F7D5-EF4D-AB3B-FBDC6D0CFDB0}" destId="{5C7F8A25-47DB-C64E-9ED8-802FC703A996}" srcOrd="1" destOrd="0" presId="urn:microsoft.com/office/officeart/2005/8/layout/vList2"/>
    <dgm:cxn modelId="{0F4DEFE5-3820-4A47-B157-FDA53EF10D82}" type="presParOf" srcId="{742F3EAA-F7D5-EF4D-AB3B-FBDC6D0CFDB0}" destId="{92622CDB-985F-2E42-9CC9-262C3AE41DE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DD3723-8284-431B-A052-C1DD7C9B560D}">
      <dsp:nvSpPr>
        <dsp:cNvPr id="0" name=""/>
        <dsp:cNvSpPr/>
      </dsp:nvSpPr>
      <dsp:spPr>
        <a:xfrm>
          <a:off x="0" y="4122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14F48C-73CB-41D1-8EC2-F5D9DC7A20D1}">
      <dsp:nvSpPr>
        <dsp:cNvPr id="0" name=""/>
        <dsp:cNvSpPr/>
      </dsp:nvSpPr>
      <dsp:spPr>
        <a:xfrm>
          <a:off x="265625" y="201695"/>
          <a:ext cx="482955" cy="4829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22591-8096-45C4-8E17-C63EBB01D06B}">
      <dsp:nvSpPr>
        <dsp:cNvPr id="0" name=""/>
        <dsp:cNvSpPr/>
      </dsp:nvSpPr>
      <dsp:spPr>
        <a:xfrm>
          <a:off x="1014206" y="4122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is Laravel Model</a:t>
          </a:r>
        </a:p>
      </dsp:txBody>
      <dsp:txXfrm>
        <a:off x="1014206" y="4122"/>
        <a:ext cx="5137356" cy="878100"/>
      </dsp:txXfrm>
    </dsp:sp>
    <dsp:sp modelId="{AC01C0CB-93AC-4E96-8F4B-4A2D35B72036}">
      <dsp:nvSpPr>
        <dsp:cNvPr id="0" name=""/>
        <dsp:cNvSpPr/>
      </dsp:nvSpPr>
      <dsp:spPr>
        <a:xfrm>
          <a:off x="0" y="1101748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D233C-8612-4078-B580-8E44D951DBB0}">
      <dsp:nvSpPr>
        <dsp:cNvPr id="0" name=""/>
        <dsp:cNvSpPr/>
      </dsp:nvSpPr>
      <dsp:spPr>
        <a:xfrm>
          <a:off x="265625" y="1299321"/>
          <a:ext cx="482955" cy="4829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AD3D4-BA70-47B6-BE92-81A442779D6B}">
      <dsp:nvSpPr>
        <dsp:cNvPr id="0" name=""/>
        <dsp:cNvSpPr/>
      </dsp:nvSpPr>
      <dsp:spPr>
        <a:xfrm>
          <a:off x="1014206" y="1101748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to create model</a:t>
          </a:r>
        </a:p>
      </dsp:txBody>
      <dsp:txXfrm>
        <a:off x="1014206" y="1101748"/>
        <a:ext cx="5137356" cy="878100"/>
      </dsp:txXfrm>
    </dsp:sp>
    <dsp:sp modelId="{25B8C471-EC5C-4C4B-982D-F5E983D090B8}">
      <dsp:nvSpPr>
        <dsp:cNvPr id="0" name=""/>
        <dsp:cNvSpPr/>
      </dsp:nvSpPr>
      <dsp:spPr>
        <a:xfrm>
          <a:off x="0" y="2199374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0536E-4A2E-4513-8F7B-0F322B018E8D}">
      <dsp:nvSpPr>
        <dsp:cNvPr id="0" name=""/>
        <dsp:cNvSpPr/>
      </dsp:nvSpPr>
      <dsp:spPr>
        <a:xfrm>
          <a:off x="265625" y="2396947"/>
          <a:ext cx="482955" cy="4829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AAD30-60B7-4266-A158-BBD72DF33675}">
      <dsp:nvSpPr>
        <dsp:cNvPr id="0" name=""/>
        <dsp:cNvSpPr/>
      </dsp:nvSpPr>
      <dsp:spPr>
        <a:xfrm>
          <a:off x="1014206" y="2199374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Insert data from a form</a:t>
          </a:r>
        </a:p>
      </dsp:txBody>
      <dsp:txXfrm>
        <a:off x="1014206" y="2199374"/>
        <a:ext cx="5137356" cy="878100"/>
      </dsp:txXfrm>
    </dsp:sp>
    <dsp:sp modelId="{D5D7BBFD-9545-40D6-8072-9C72D184624C}">
      <dsp:nvSpPr>
        <dsp:cNvPr id="0" name=""/>
        <dsp:cNvSpPr/>
      </dsp:nvSpPr>
      <dsp:spPr>
        <a:xfrm>
          <a:off x="0" y="3297000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B8666-3108-406F-9002-B6A94CB6D25C}">
      <dsp:nvSpPr>
        <dsp:cNvPr id="0" name=""/>
        <dsp:cNvSpPr/>
      </dsp:nvSpPr>
      <dsp:spPr>
        <a:xfrm>
          <a:off x="265625" y="3494573"/>
          <a:ext cx="482955" cy="4829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F940E-FC72-46DB-A7E1-08685DCDA3B8}">
      <dsp:nvSpPr>
        <dsp:cNvPr id="0" name=""/>
        <dsp:cNvSpPr/>
      </dsp:nvSpPr>
      <dsp:spPr>
        <a:xfrm>
          <a:off x="1014206" y="3297000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to Fetch Data From Model</a:t>
          </a:r>
        </a:p>
      </dsp:txBody>
      <dsp:txXfrm>
        <a:off x="1014206" y="3297000"/>
        <a:ext cx="5137356" cy="878100"/>
      </dsp:txXfrm>
    </dsp:sp>
    <dsp:sp modelId="{F73C9EF8-6D6D-4C21-8A33-48FF21512F4E}">
      <dsp:nvSpPr>
        <dsp:cNvPr id="0" name=""/>
        <dsp:cNvSpPr/>
      </dsp:nvSpPr>
      <dsp:spPr>
        <a:xfrm>
          <a:off x="0" y="4394626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4BE5C-81C6-46C9-AD14-D069532A7CA4}">
      <dsp:nvSpPr>
        <dsp:cNvPr id="0" name=""/>
        <dsp:cNvSpPr/>
      </dsp:nvSpPr>
      <dsp:spPr>
        <a:xfrm>
          <a:off x="265625" y="4592199"/>
          <a:ext cx="482955" cy="4829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BB562-BA17-49D5-814A-EA92C863CE2D}">
      <dsp:nvSpPr>
        <dsp:cNvPr id="0" name=""/>
        <dsp:cNvSpPr/>
      </dsp:nvSpPr>
      <dsp:spPr>
        <a:xfrm>
          <a:off x="1014206" y="4394626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to show Data</a:t>
          </a:r>
        </a:p>
      </dsp:txBody>
      <dsp:txXfrm>
        <a:off x="1014206" y="4394626"/>
        <a:ext cx="5137356" cy="878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5ADB4-8C91-5D45-9CF1-F3D3D586613D}">
      <dsp:nvSpPr>
        <dsp:cNvPr id="0" name=""/>
        <dsp:cNvSpPr/>
      </dsp:nvSpPr>
      <dsp:spPr>
        <a:xfrm>
          <a:off x="0" y="2576"/>
          <a:ext cx="615156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A0738-80DC-2B4B-8B68-18DDDD50AACB}">
      <dsp:nvSpPr>
        <dsp:cNvPr id="0" name=""/>
        <dsp:cNvSpPr/>
      </dsp:nvSpPr>
      <dsp:spPr>
        <a:xfrm>
          <a:off x="0" y="2576"/>
          <a:ext cx="6151562" cy="1757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model represents data, which focuses specifically on the database. In Laravel, there are two ways of handling model implementation:</a:t>
          </a:r>
        </a:p>
      </dsp:txBody>
      <dsp:txXfrm>
        <a:off x="0" y="2576"/>
        <a:ext cx="6151562" cy="1757232"/>
      </dsp:txXfrm>
    </dsp:sp>
    <dsp:sp modelId="{5C4E1BF6-ED11-BA44-A7B2-835C0847A5BF}">
      <dsp:nvSpPr>
        <dsp:cNvPr id="0" name=""/>
        <dsp:cNvSpPr/>
      </dsp:nvSpPr>
      <dsp:spPr>
        <a:xfrm>
          <a:off x="0" y="1759808"/>
          <a:ext cx="615156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61D22-9D42-4849-A9F7-597EFE7CDBC5}">
      <dsp:nvSpPr>
        <dsp:cNvPr id="0" name=""/>
        <dsp:cNvSpPr/>
      </dsp:nvSpPr>
      <dsp:spPr>
        <a:xfrm>
          <a:off x="0" y="1759808"/>
          <a:ext cx="6151562" cy="1757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1. DB Façade.</a:t>
          </a:r>
        </a:p>
      </dsp:txBody>
      <dsp:txXfrm>
        <a:off x="0" y="1759808"/>
        <a:ext cx="6151562" cy="1757232"/>
      </dsp:txXfrm>
    </dsp:sp>
    <dsp:sp modelId="{A7F8CBE6-A8C6-5543-8F5B-BE12FB5126F2}">
      <dsp:nvSpPr>
        <dsp:cNvPr id="0" name=""/>
        <dsp:cNvSpPr/>
      </dsp:nvSpPr>
      <dsp:spPr>
        <a:xfrm>
          <a:off x="0" y="3517041"/>
          <a:ext cx="615156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E1912-C653-DB40-B48E-69D302C4EF9B}">
      <dsp:nvSpPr>
        <dsp:cNvPr id="0" name=""/>
        <dsp:cNvSpPr/>
      </dsp:nvSpPr>
      <dsp:spPr>
        <a:xfrm>
          <a:off x="0" y="3517041"/>
          <a:ext cx="6151562" cy="1757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2. Eloquent Object Relational Mapper (ORM).</a:t>
          </a:r>
        </a:p>
      </dsp:txBody>
      <dsp:txXfrm>
        <a:off x="0" y="3517041"/>
        <a:ext cx="6151562" cy="1757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97D10-42D8-B648-AF7E-C83E6C70F297}">
      <dsp:nvSpPr>
        <dsp:cNvPr id="0" name=""/>
        <dsp:cNvSpPr/>
      </dsp:nvSpPr>
      <dsp:spPr>
        <a:xfrm>
          <a:off x="0" y="10006"/>
          <a:ext cx="5607050" cy="238899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500" b="1" kern="1200"/>
            <a:t>Created Model using PHP Artisan</a:t>
          </a:r>
          <a:endParaRPr lang="en-US" sz="4500" kern="1200"/>
        </a:p>
      </dsp:txBody>
      <dsp:txXfrm>
        <a:off x="116621" y="126627"/>
        <a:ext cx="5373808" cy="2155751"/>
      </dsp:txXfrm>
    </dsp:sp>
    <dsp:sp modelId="{7ADE73BC-5743-BC4A-A225-FD81A9FD1EA1}">
      <dsp:nvSpPr>
        <dsp:cNvPr id="0" name=""/>
        <dsp:cNvSpPr/>
      </dsp:nvSpPr>
      <dsp:spPr>
        <a:xfrm>
          <a:off x="0" y="2528599"/>
          <a:ext cx="5607050" cy="2388993"/>
        </a:xfrm>
        <a:prstGeom prst="roundRect">
          <a:avLst/>
        </a:prstGeom>
        <a:gradFill rotWithShape="0">
          <a:gsLst>
            <a:gs pos="0">
              <a:schemeClr val="accent2">
                <a:hueOff val="-10351890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90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90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500" kern="1200"/>
            <a:t>php artisan make:model &lt;modelname&gt; </a:t>
          </a:r>
          <a:endParaRPr lang="en-US" sz="4500" kern="1200"/>
        </a:p>
      </dsp:txBody>
      <dsp:txXfrm>
        <a:off x="116621" y="2645220"/>
        <a:ext cx="5373808" cy="21557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A973B-77F1-8E44-B1E3-038F7612C5FF}">
      <dsp:nvSpPr>
        <dsp:cNvPr id="0" name=""/>
        <dsp:cNvSpPr/>
      </dsp:nvSpPr>
      <dsp:spPr>
        <a:xfrm>
          <a:off x="0" y="117165"/>
          <a:ext cx="6151562" cy="1210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Migrations are like version control for your database, allowing your team to define and share the application's database schema definition. </a:t>
          </a:r>
        </a:p>
      </dsp:txBody>
      <dsp:txXfrm>
        <a:off x="59114" y="176279"/>
        <a:ext cx="6033334" cy="1092721"/>
      </dsp:txXfrm>
    </dsp:sp>
    <dsp:sp modelId="{F46713DE-1E63-7E4D-8DC6-0EA41425B276}">
      <dsp:nvSpPr>
        <dsp:cNvPr id="0" name=""/>
        <dsp:cNvSpPr/>
      </dsp:nvSpPr>
      <dsp:spPr>
        <a:xfrm>
          <a:off x="0" y="1394355"/>
          <a:ext cx="6151562" cy="1210949"/>
        </a:xfrm>
        <a:prstGeom prst="roundRect">
          <a:avLst/>
        </a:prstGeom>
        <a:solidFill>
          <a:schemeClr val="accent2">
            <a:hueOff val="-3450630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you ask a teammate to manually add a column to their local database schema</a:t>
          </a:r>
        </a:p>
      </dsp:txBody>
      <dsp:txXfrm>
        <a:off x="59114" y="1453469"/>
        <a:ext cx="6033334" cy="1092721"/>
      </dsp:txXfrm>
    </dsp:sp>
    <dsp:sp modelId="{2CBC0F86-817F-9A43-81EA-DE00A6664AEF}">
      <dsp:nvSpPr>
        <dsp:cNvPr id="0" name=""/>
        <dsp:cNvSpPr/>
      </dsp:nvSpPr>
      <dsp:spPr>
        <a:xfrm>
          <a:off x="0" y="2671545"/>
          <a:ext cx="6151562" cy="1210949"/>
        </a:xfrm>
        <a:prstGeom prst="roundRect">
          <a:avLst/>
        </a:prstGeom>
        <a:solidFill>
          <a:schemeClr val="accent2">
            <a:hueOff val="-6901260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Your database or table may not working properly</a:t>
          </a:r>
        </a:p>
      </dsp:txBody>
      <dsp:txXfrm>
        <a:off x="59114" y="2730659"/>
        <a:ext cx="6033334" cy="1092721"/>
      </dsp:txXfrm>
    </dsp:sp>
    <dsp:sp modelId="{2DE6D692-BE86-0048-88FC-2DEABDD12030}">
      <dsp:nvSpPr>
        <dsp:cNvPr id="0" name=""/>
        <dsp:cNvSpPr/>
      </dsp:nvSpPr>
      <dsp:spPr>
        <a:xfrm>
          <a:off x="0" y="3948735"/>
          <a:ext cx="6151562" cy="1210949"/>
        </a:xfrm>
        <a:prstGeom prst="roundRect">
          <a:avLst/>
        </a:prstGeom>
        <a:solidFill>
          <a:schemeClr val="accent2">
            <a:hueOff val="-10351890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database migrations solve the problem by standardize the process.</a:t>
          </a:r>
        </a:p>
      </dsp:txBody>
      <dsp:txXfrm>
        <a:off x="59114" y="4007849"/>
        <a:ext cx="6033334" cy="10927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60B23-9A63-C54C-A427-675FBFF76F15}">
      <dsp:nvSpPr>
        <dsp:cNvPr id="0" name=""/>
        <dsp:cNvSpPr/>
      </dsp:nvSpPr>
      <dsp:spPr>
        <a:xfrm>
          <a:off x="0" y="21045"/>
          <a:ext cx="6151562" cy="2548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800" b="1" kern="1200"/>
            <a:t>Created Model using PHP Artisan</a:t>
          </a:r>
          <a:endParaRPr lang="en-US" sz="4800" kern="1200"/>
        </a:p>
      </dsp:txBody>
      <dsp:txXfrm>
        <a:off x="124396" y="145441"/>
        <a:ext cx="5902770" cy="2299468"/>
      </dsp:txXfrm>
    </dsp:sp>
    <dsp:sp modelId="{92622CDB-985F-2E42-9CC9-262C3AE41DE3}">
      <dsp:nvSpPr>
        <dsp:cNvPr id="0" name=""/>
        <dsp:cNvSpPr/>
      </dsp:nvSpPr>
      <dsp:spPr>
        <a:xfrm>
          <a:off x="0" y="2707545"/>
          <a:ext cx="6151562" cy="2548260"/>
        </a:xfrm>
        <a:prstGeom prst="roundRect">
          <a:avLst/>
        </a:prstGeom>
        <a:solidFill>
          <a:schemeClr val="accent2">
            <a:hueOff val="-10351890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800" kern="1200"/>
            <a:t>php artisan make:model &lt;modelname&gt; -m</a:t>
          </a:r>
          <a:endParaRPr lang="en-US" sz="4800" kern="1200"/>
        </a:p>
      </dsp:txBody>
      <dsp:txXfrm>
        <a:off x="124396" y="2831941"/>
        <a:ext cx="5902770" cy="2299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476F4-7B92-3C4F-848B-0445CC792A0F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BEF89-F53C-9C46-84F4-415F55DCD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0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5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Cross-site request forgeries (CSRF) are a type of malicious exploit whereby unauthorized commands are performed on behalf of an authenticated user. Thankfully, Laravel makes it easy to protect your application from cross-site request forgery (CSRF)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2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07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08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04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MY" b="0" i="0" dirty="0">
                <a:solidFill>
                  <a:srgbClr val="232629"/>
                </a:solidFill>
                <a:effectLst/>
                <a:latin typeface="-apple-system"/>
              </a:rPr>
              <a:t>The difference is that =&gt; is the assign operator that is used while creating an array.</a:t>
            </a:r>
          </a:p>
          <a:p>
            <a:pPr algn="l" fontAlgn="base"/>
            <a:r>
              <a:rPr lang="en-MY" b="0" i="0" dirty="0">
                <a:solidFill>
                  <a:srgbClr val="232629"/>
                </a:solidFill>
                <a:effectLst/>
                <a:latin typeface="-apple-system"/>
              </a:rPr>
              <a:t>For example: array(key =&gt; value, key2 =&gt; value2)</a:t>
            </a:r>
          </a:p>
          <a:p>
            <a:pPr algn="l" fontAlgn="base"/>
            <a:r>
              <a:rPr lang="en-MY" b="0" i="0" dirty="0">
                <a:solidFill>
                  <a:srgbClr val="232629"/>
                </a:solidFill>
                <a:effectLst/>
                <a:latin typeface="-apple-system"/>
              </a:rPr>
              <a:t>And -&gt; is the access operator. It accesses an object's value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BEF89-F53C-9C46-84F4-415F55DCDF9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93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2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3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3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9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62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5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91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83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0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3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4DA93AD-4AAB-354D-B39C-AA59DBCD400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aravel.com/docs/8.x/databas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aravel.com/docs/8.x/artisa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C1E13E7-E118-C847-89B9-C478B24A64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458969" y="2386744"/>
            <a:ext cx="5928358" cy="1645920"/>
          </a:xfrm>
          <a:prstGeom prst="ellipse">
            <a:avLst/>
          </a:prstGeom>
        </p:spPr>
        <p:txBody>
          <a:bodyPr vert="horz" lIns="182880" tIns="182880" rIns="182880" bIns="182880" rtlCol="0">
            <a:normAutofit/>
          </a:bodyPr>
          <a:lstStyle/>
          <a:p>
            <a:pPr>
              <a:defRPr/>
            </a:pPr>
            <a:r>
              <a:rPr lang="en-US" sz="1800" kern="1200" cap="all" spc="200" baseline="0" dirty="0">
                <a:latin typeface="+mj-lt"/>
                <a:ea typeface="+mj-ea"/>
                <a:cs typeface="+mj-cs"/>
              </a:rPr>
              <a:t>BIIT 2305</a:t>
            </a:r>
            <a:br>
              <a:rPr lang="en-US" sz="1800" kern="1200" cap="all" spc="200" baseline="0" dirty="0">
                <a:latin typeface="+mj-lt"/>
                <a:ea typeface="+mj-ea"/>
                <a:cs typeface="+mj-cs"/>
              </a:rPr>
            </a:br>
            <a:r>
              <a:rPr lang="en-US" sz="1800" kern="1200" cap="all" spc="200" baseline="0" dirty="0">
                <a:latin typeface="+mj-lt"/>
                <a:ea typeface="+mj-ea"/>
                <a:cs typeface="+mj-cs"/>
              </a:rPr>
              <a:t>Web Application Development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22DE8B3-CCA4-DF4B-A7E7-BD5F9650A5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458969" y="4352544"/>
            <a:ext cx="5928358" cy="123989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00"/>
              <a:t>Instructor 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00"/>
              <a:t>Dr. </a:t>
            </a:r>
            <a:r>
              <a:rPr lang="en-US" sz="1300" err="1"/>
              <a:t>Najhan</a:t>
            </a:r>
            <a:r>
              <a:rPr lang="en-US" sz="1300"/>
              <a:t> M. Ibrahim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00"/>
              <a:t>Department of Information Systems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00"/>
              <a:t>Kulliyyah of ICT, IIUM.</a:t>
            </a:r>
          </a:p>
        </p:txBody>
      </p:sp>
      <p:pic>
        <p:nvPicPr>
          <p:cNvPr id="2055" name="Picture 2054" descr="Person writing on a notepad">
            <a:extLst>
              <a:ext uri="{FF2B5EF4-FFF2-40B4-BE49-F238E27FC236}">
                <a16:creationId xmlns:a16="http://schemas.microsoft.com/office/drawing/2014/main" id="{96F4E78A-BFD5-61A9-1B92-F93A420BA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00" r="19416"/>
          <a:stretch>
            <a:fillRect/>
          </a:stretch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5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4300A-739E-2245-9F39-148289CA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>
                <a:highlight>
                  <a:srgbClr val="FFFF00"/>
                </a:highlight>
              </a:rPr>
              <a:t>Outline</a:t>
            </a:r>
            <a:endParaRPr lang="en-US" dirty="0">
              <a:highlight>
                <a:srgbClr val="FFFF00"/>
              </a:highlight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FEC211F-AB16-F54E-49C5-0E7BD9371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94255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295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6C33A-8BD9-6583-7B69-EAFFA0E4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MY" b="1"/>
              <a:t>What is Model? </a:t>
            </a:r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3C4FF0-E9AC-6205-AB9F-A097C0BC0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393837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48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8F47-4CF8-E253-B39E-0035A51F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419100"/>
            <a:ext cx="7729728" cy="1188720"/>
          </a:xfrm>
        </p:spPr>
        <p:txBody>
          <a:bodyPr/>
          <a:lstStyle/>
          <a:p>
            <a:r>
              <a:rPr lang="en-US">
                <a:highlight>
                  <a:srgbClr val="FFFF00"/>
                </a:highlight>
              </a:rPr>
              <a:t>Db facade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8B6A-E621-0102-A99C-9656FF59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1981200"/>
            <a:ext cx="9105900" cy="4457700"/>
          </a:xfrm>
        </p:spPr>
        <p:txBody>
          <a:bodyPr>
            <a:normAutofit/>
          </a:bodyPr>
          <a:lstStyle/>
          <a:p>
            <a:r>
              <a:rPr lang="en-US" sz="2800"/>
              <a:t>Allows developer to </a:t>
            </a:r>
            <a:r>
              <a:rPr lang="en-US" sz="2800">
                <a:solidFill>
                  <a:srgbClr val="FF0000"/>
                </a:solidFill>
              </a:rPr>
              <a:t>execute</a:t>
            </a:r>
            <a:r>
              <a:rPr lang="en-US" sz="2800"/>
              <a:t> SQL statements within controller and service provider. </a:t>
            </a:r>
          </a:p>
          <a:p>
            <a:endParaRPr lang="en-US" sz="2800"/>
          </a:p>
          <a:p>
            <a:r>
              <a:rPr lang="en-US" sz="2800"/>
              <a:t> To use </a:t>
            </a:r>
            <a:r>
              <a:rPr lang="en-US" sz="2800">
                <a:solidFill>
                  <a:srgbClr val="FF0000"/>
                </a:solidFill>
              </a:rPr>
              <a:t>DB Facade</a:t>
            </a:r>
            <a:r>
              <a:rPr lang="en-US" sz="2800"/>
              <a:t>, you need to configure your database connection in .env file 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91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2B0E-9EB2-CB42-ACDB-D6F6F4F6E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34189"/>
            <a:ext cx="10058400" cy="53380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sz="2800" dirty="0"/>
              <a:t>To execute SQL statements using DB Facade you can run the following functions: </a:t>
            </a:r>
          </a:p>
          <a:p>
            <a:endParaRPr lang="en-MY" sz="2800" dirty="0"/>
          </a:p>
          <a:p>
            <a:pPr marL="0" indent="0">
              <a:buNone/>
            </a:pPr>
            <a:r>
              <a:rPr lang="en-MY" sz="2800" dirty="0"/>
              <a:t>DB::</a:t>
            </a:r>
            <a:r>
              <a:rPr lang="en-MY" sz="2800" dirty="0">
                <a:solidFill>
                  <a:srgbClr val="FF0000"/>
                </a:solidFill>
              </a:rPr>
              <a:t>statement</a:t>
            </a:r>
            <a:r>
              <a:rPr lang="en-MY" sz="2800" dirty="0"/>
              <a:t>(SQL); </a:t>
            </a:r>
          </a:p>
          <a:p>
            <a:pPr marL="0" indent="0">
              <a:buNone/>
            </a:pPr>
            <a:r>
              <a:rPr lang="en-MY" sz="2800" dirty="0" err="1"/>
              <a:t>i</a:t>
            </a:r>
            <a:r>
              <a:rPr lang="en-MY" sz="2800" dirty="0"/>
              <a:t>. DB::</a:t>
            </a:r>
            <a:r>
              <a:rPr lang="en-MY" sz="2800" dirty="0">
                <a:solidFill>
                  <a:srgbClr val="FF0000"/>
                </a:solidFill>
              </a:rPr>
              <a:t>select</a:t>
            </a:r>
            <a:r>
              <a:rPr lang="en-MY" sz="2800" dirty="0"/>
              <a:t>(SQL);</a:t>
            </a:r>
          </a:p>
          <a:p>
            <a:pPr marL="0" indent="0">
              <a:buNone/>
            </a:pPr>
            <a:r>
              <a:rPr lang="en-MY" sz="2800" dirty="0"/>
              <a:t>ii. DB::</a:t>
            </a:r>
            <a:r>
              <a:rPr lang="en-MY" sz="2800" dirty="0">
                <a:solidFill>
                  <a:srgbClr val="FF0000"/>
                </a:solidFill>
              </a:rPr>
              <a:t>update</a:t>
            </a:r>
            <a:r>
              <a:rPr lang="en-MY" sz="2800" dirty="0"/>
              <a:t>(SQL); </a:t>
            </a:r>
          </a:p>
          <a:p>
            <a:pPr marL="0" indent="0">
              <a:buNone/>
            </a:pPr>
            <a:r>
              <a:rPr lang="en-MY" sz="2800" dirty="0"/>
              <a:t>iii. DB::</a:t>
            </a:r>
            <a:r>
              <a:rPr lang="en-MY" sz="2800" dirty="0">
                <a:solidFill>
                  <a:srgbClr val="FF0000"/>
                </a:solidFill>
              </a:rPr>
              <a:t>delete</a:t>
            </a:r>
            <a:r>
              <a:rPr lang="en-MY" sz="2800" dirty="0"/>
              <a:t>(SQL);</a:t>
            </a:r>
          </a:p>
          <a:p>
            <a:pPr marL="0" indent="0">
              <a:buNone/>
            </a:pPr>
            <a:r>
              <a:rPr lang="en-MY" sz="2800" dirty="0"/>
              <a:t>iv. DB::</a:t>
            </a:r>
            <a:r>
              <a:rPr lang="en-MY" sz="2800" dirty="0">
                <a:solidFill>
                  <a:srgbClr val="FF0000"/>
                </a:solidFill>
              </a:rPr>
              <a:t>insert</a:t>
            </a:r>
            <a:r>
              <a:rPr lang="en-MY" sz="2800" dirty="0"/>
              <a:t>(SQL);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d. Refer to </a:t>
            </a:r>
            <a:r>
              <a:rPr lang="en-US" sz="2800" dirty="0">
                <a:hlinkClick r:id="rId2"/>
              </a:rPr>
              <a:t>Laravel DB Facade Documentation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835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26D5-6FA9-4E48-9606-C07CB73A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816" y="941543"/>
            <a:ext cx="8822687" cy="1118751"/>
          </a:xfrm>
        </p:spPr>
        <p:txBody>
          <a:bodyPr>
            <a:normAutofit/>
          </a:bodyPr>
          <a:lstStyle/>
          <a:p>
            <a:r>
              <a:rPr lang="en-MY" b="1" dirty="0">
                <a:solidFill>
                  <a:schemeClr val="tx1"/>
                </a:solidFill>
              </a:rPr>
              <a:t>What is </a:t>
            </a:r>
            <a:r>
              <a:rPr lang="en-MY" dirty="0">
                <a:solidFill>
                  <a:srgbClr val="FF0000"/>
                </a:solidFill>
              </a:rPr>
              <a:t>Model???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B06E-D527-444C-96F3-F7E0CB7F6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218" y="2591745"/>
            <a:ext cx="9968582" cy="3969476"/>
          </a:xfrm>
        </p:spPr>
        <p:txBody>
          <a:bodyPr/>
          <a:lstStyle/>
          <a:p>
            <a:r>
              <a:rPr lang="en-MY" sz="2400" dirty="0"/>
              <a:t>Laravel includes Eloquent, an </a:t>
            </a:r>
            <a:r>
              <a:rPr lang="en-MY" sz="2400" dirty="0">
                <a:solidFill>
                  <a:srgbClr val="FF0000"/>
                </a:solidFill>
              </a:rPr>
              <a:t>object-relational mapper (ORM) </a:t>
            </a:r>
            <a:r>
              <a:rPr lang="en-MY" sz="2400" dirty="0"/>
              <a:t>that makes it enjoyable to </a:t>
            </a:r>
            <a:r>
              <a:rPr lang="en-MY" sz="2400" dirty="0">
                <a:solidFill>
                  <a:srgbClr val="FF0000"/>
                </a:solidFill>
              </a:rPr>
              <a:t>interact</a:t>
            </a:r>
            <a:r>
              <a:rPr lang="en-MY" sz="2400" dirty="0"/>
              <a:t> with your </a:t>
            </a:r>
            <a:r>
              <a:rPr lang="en-MY" sz="2400" dirty="0">
                <a:solidFill>
                  <a:srgbClr val="FF0000"/>
                </a:solidFill>
              </a:rPr>
              <a:t>database</a:t>
            </a:r>
            <a:r>
              <a:rPr lang="en-MY" sz="2400" dirty="0"/>
              <a:t>.</a:t>
            </a:r>
          </a:p>
          <a:p>
            <a:r>
              <a:rPr lang="en-MY" sz="2400" dirty="0"/>
              <a:t> </a:t>
            </a:r>
          </a:p>
          <a:p>
            <a:r>
              <a:rPr lang="en-MY" sz="2400" dirty="0"/>
              <a:t>When using </a:t>
            </a:r>
            <a:r>
              <a:rPr lang="en-MY" sz="2400" dirty="0">
                <a:solidFill>
                  <a:srgbClr val="FF0000"/>
                </a:solidFill>
              </a:rPr>
              <a:t>Eloquent</a:t>
            </a:r>
            <a:r>
              <a:rPr lang="en-MY" sz="2400" dirty="0"/>
              <a:t>, each database table has a corresponding "</a:t>
            </a:r>
            <a:r>
              <a:rPr lang="en-MY" sz="2400" dirty="0">
                <a:solidFill>
                  <a:srgbClr val="FF0000"/>
                </a:solidFill>
              </a:rPr>
              <a:t>Model</a:t>
            </a:r>
            <a:r>
              <a:rPr lang="en-MY" sz="2400" dirty="0"/>
              <a:t>" that is used to interact with that </a:t>
            </a:r>
            <a:r>
              <a:rPr lang="en-MY" sz="2400" dirty="0">
                <a:solidFill>
                  <a:srgbClr val="FF0000"/>
                </a:solidFill>
              </a:rPr>
              <a:t>table</a:t>
            </a:r>
            <a:r>
              <a:rPr lang="en-MY" sz="2400" dirty="0"/>
              <a:t>. </a:t>
            </a:r>
          </a:p>
          <a:p>
            <a:endParaRPr lang="en-MY" sz="2400" dirty="0"/>
          </a:p>
          <a:p>
            <a:r>
              <a:rPr lang="en-MY" sz="2400" dirty="0"/>
              <a:t>In addition to </a:t>
            </a:r>
            <a:r>
              <a:rPr lang="en-MY" sz="2400" dirty="0">
                <a:solidFill>
                  <a:srgbClr val="FF0000"/>
                </a:solidFill>
              </a:rPr>
              <a:t>retrieving</a:t>
            </a:r>
            <a:r>
              <a:rPr lang="en-MY" sz="2400" dirty="0"/>
              <a:t> records from the </a:t>
            </a:r>
            <a:r>
              <a:rPr lang="en-MY" sz="2400" dirty="0">
                <a:solidFill>
                  <a:srgbClr val="FF0000"/>
                </a:solidFill>
              </a:rPr>
              <a:t>database</a:t>
            </a:r>
            <a:r>
              <a:rPr lang="en-MY" sz="2400" dirty="0"/>
              <a:t> table, </a:t>
            </a:r>
            <a:r>
              <a:rPr lang="en-MY" sz="2400" dirty="0">
                <a:solidFill>
                  <a:srgbClr val="FF0000"/>
                </a:solidFill>
              </a:rPr>
              <a:t>Eloquent</a:t>
            </a:r>
            <a:r>
              <a:rPr lang="en-MY" sz="2400" dirty="0"/>
              <a:t> models allow you to </a:t>
            </a:r>
            <a:r>
              <a:rPr lang="en-MY" sz="2400" dirty="0">
                <a:solidFill>
                  <a:srgbClr val="FF0000"/>
                </a:solidFill>
              </a:rPr>
              <a:t>insert, update, </a:t>
            </a:r>
            <a:r>
              <a:rPr lang="en-MY" sz="2400" dirty="0">
                <a:solidFill>
                  <a:schemeClr val="tx1"/>
                </a:solidFill>
              </a:rPr>
              <a:t>and</a:t>
            </a:r>
            <a:r>
              <a:rPr lang="en-MY" sz="2400" dirty="0">
                <a:solidFill>
                  <a:srgbClr val="FF0000"/>
                </a:solidFill>
              </a:rPr>
              <a:t> delete </a:t>
            </a:r>
            <a:r>
              <a:rPr lang="en-MY" sz="2400" dirty="0"/>
              <a:t>records from the </a:t>
            </a:r>
            <a:r>
              <a:rPr lang="en-MY" sz="2400" dirty="0">
                <a:solidFill>
                  <a:srgbClr val="FF0000"/>
                </a:solidFill>
              </a:rPr>
              <a:t>table</a:t>
            </a:r>
            <a:r>
              <a:rPr lang="en-MY" sz="2400" dirty="0"/>
              <a:t> as well.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82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9E78-508E-EF42-81A4-990F6854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What is </a:t>
            </a:r>
            <a:r>
              <a:rPr lang="en-US" dirty="0" err="1">
                <a:highlight>
                  <a:srgbClr val="FFFF00"/>
                </a:highlight>
              </a:rPr>
              <a:t>MOdel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0456E-F437-8748-B871-E3544E0BC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463" y="2638044"/>
            <a:ext cx="8533783" cy="4003388"/>
          </a:xfrm>
        </p:spPr>
        <p:txBody>
          <a:bodyPr>
            <a:norm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Model</a:t>
            </a:r>
            <a:r>
              <a:rPr lang="en-MY" dirty="0"/>
              <a:t> is used to connect Laravel with Databases.</a:t>
            </a:r>
          </a:p>
          <a:p>
            <a:r>
              <a:rPr lang="en-MY" dirty="0">
                <a:solidFill>
                  <a:srgbClr val="FF0000"/>
                </a:solidFill>
              </a:rPr>
              <a:t>Model</a:t>
            </a:r>
            <a:r>
              <a:rPr lang="en-MY" dirty="0"/>
              <a:t> represents data, which focus specifically on database. </a:t>
            </a:r>
          </a:p>
          <a:p>
            <a:endParaRPr lang="en-US" dirty="0"/>
          </a:p>
          <a:p>
            <a:r>
              <a:rPr lang="en-US" dirty="0"/>
              <a:t>Laravel </a:t>
            </a:r>
            <a:r>
              <a:rPr lang="en-US" dirty="0">
                <a:solidFill>
                  <a:srgbClr val="FF0000"/>
                </a:solidFill>
              </a:rPr>
              <a:t>model</a:t>
            </a:r>
            <a:r>
              <a:rPr lang="en-US" dirty="0"/>
              <a:t> automatically </a:t>
            </a:r>
            <a:r>
              <a:rPr lang="en-US" dirty="0">
                <a:solidFill>
                  <a:srgbClr val="FF0000"/>
                </a:solidFill>
              </a:rPr>
              <a:t>map</a:t>
            </a:r>
            <a:r>
              <a:rPr lang="en-US" dirty="0"/>
              <a:t> Database </a:t>
            </a:r>
            <a:r>
              <a:rPr lang="en-US" dirty="0">
                <a:solidFill>
                  <a:srgbClr val="FF0000"/>
                </a:solidFill>
              </a:rPr>
              <a:t>table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class Name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Model Name                  DB table</a:t>
            </a:r>
          </a:p>
          <a:p>
            <a:r>
              <a:rPr lang="en-US" dirty="0"/>
              <a:t>user			users</a:t>
            </a:r>
          </a:p>
          <a:p>
            <a:r>
              <a:rPr lang="en-US" dirty="0"/>
              <a:t>employee		employees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03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944A-278C-2542-9FAA-BD8EE016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78776"/>
            <a:ext cx="5925310" cy="1174991"/>
          </a:xfrm>
        </p:spPr>
        <p:txBody>
          <a:bodyPr>
            <a:normAutofit/>
          </a:bodyPr>
          <a:lstStyle/>
          <a:p>
            <a:r>
              <a:rPr lang="en-MY" sz="2400" b="1"/>
              <a:t>Eloquent Object Relational Mapper (ORM). 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3C977-B33C-C149-88F6-D41DAABC3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40692"/>
            <a:ext cx="5925310" cy="32552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dirty="0"/>
              <a:t>Laravel Eloquent provides a simple </a:t>
            </a:r>
            <a:r>
              <a:rPr lang="en-MY" i="1" dirty="0" err="1"/>
              <a:t>ActiveRecord</a:t>
            </a:r>
            <a:r>
              <a:rPr lang="en-MY" i="1" dirty="0"/>
              <a:t> </a:t>
            </a:r>
            <a:r>
              <a:rPr lang="en-MY" dirty="0"/>
              <a:t>implementation for </a:t>
            </a:r>
            <a:r>
              <a:rPr lang="en-MY"/>
              <a:t>Create, Retrieve, Update &amp; Delet</a:t>
            </a:r>
            <a:r>
              <a:rPr lang="en-MY" dirty="0"/>
              <a:t>e (</a:t>
            </a:r>
            <a:r>
              <a:rPr lang="en-MY" i="1" dirty="0"/>
              <a:t>CRUD</a:t>
            </a:r>
            <a:r>
              <a:rPr lang="en-MY" dirty="0"/>
              <a:t>) in database. </a:t>
            </a:r>
            <a:endParaRPr lang="en-MY"/>
          </a:p>
          <a:p>
            <a:pPr>
              <a:lnSpc>
                <a:spcPct val="90000"/>
              </a:lnSpc>
            </a:pPr>
            <a:endParaRPr lang="en-MY"/>
          </a:p>
          <a:p>
            <a:pPr>
              <a:lnSpc>
                <a:spcPct val="90000"/>
              </a:lnSpc>
            </a:pPr>
            <a:r>
              <a:rPr lang="en-MY" dirty="0"/>
              <a:t>Each </a:t>
            </a:r>
            <a:r>
              <a:rPr lang="en-MY"/>
              <a:t>database table </a:t>
            </a:r>
            <a:r>
              <a:rPr lang="en-MY" dirty="0"/>
              <a:t>has a corresponding </a:t>
            </a:r>
            <a:r>
              <a:rPr lang="en-MY"/>
              <a:t>model</a:t>
            </a:r>
            <a:r>
              <a:rPr lang="en-MY" dirty="0"/>
              <a:t>, which is used to interact with the created table.</a:t>
            </a:r>
            <a:endParaRPr lang="en-MY"/>
          </a:p>
          <a:p>
            <a:pPr>
              <a:lnSpc>
                <a:spcPct val="90000"/>
              </a:lnSpc>
            </a:pPr>
            <a:r>
              <a:rPr lang="en-MY" dirty="0"/>
              <a:t> </a:t>
            </a:r>
            <a:endParaRPr lang="en-MY"/>
          </a:p>
          <a:p>
            <a:pPr>
              <a:lnSpc>
                <a:spcPct val="90000"/>
              </a:lnSpc>
            </a:pPr>
            <a:r>
              <a:rPr lang="en-MY" dirty="0"/>
              <a:t>Before working with Eloquent, make sure to provide your database credentials (</a:t>
            </a:r>
            <a:r>
              <a:rPr lang="en-MY" i="1" dirty="0"/>
              <a:t>database name, login and password</a:t>
            </a:r>
            <a:r>
              <a:rPr lang="en-MY" dirty="0"/>
              <a:t>) in </a:t>
            </a:r>
            <a:r>
              <a:rPr lang="en-MY" b="1" dirty="0"/>
              <a:t>.</a:t>
            </a:r>
            <a:r>
              <a:rPr lang="en-MY" b="1"/>
              <a:t>env</a:t>
            </a:r>
            <a:r>
              <a:rPr lang="en-MY" b="1" dirty="0"/>
              <a:t> </a:t>
            </a:r>
            <a:r>
              <a:rPr lang="en-MY" dirty="0"/>
              <a:t>file </a:t>
            </a:r>
            <a:endParaRPr lang="en-MY"/>
          </a:p>
          <a:p>
            <a:pPr>
              <a:lnSpc>
                <a:spcPct val="90000"/>
              </a:lnSpc>
            </a:pPr>
            <a:endParaRPr lang="en-US"/>
          </a:p>
        </p:txBody>
      </p:sp>
      <p:pic>
        <p:nvPicPr>
          <p:cNvPr id="5" name="Picture 4" descr="Colorful pins linked with threads">
            <a:extLst>
              <a:ext uri="{FF2B5EF4-FFF2-40B4-BE49-F238E27FC236}">
                <a16:creationId xmlns:a16="http://schemas.microsoft.com/office/drawing/2014/main" id="{3D504B83-D741-01A4-73D1-4E5ECC82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37" r="24402"/>
          <a:stretch>
            <a:fillRect/>
          </a:stretch>
        </p:blipFill>
        <p:spPr>
          <a:xfrm>
            <a:off x="7534654" y="10"/>
            <a:ext cx="46573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7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092E-59FC-9644-8304-B04CB50C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B214E-6F10-4C47-AC83-6E78C161F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sz="2800" dirty="0"/>
              <a:t>Allows developer to execute SQL statements within </a:t>
            </a:r>
            <a:r>
              <a:rPr lang="en-MY" sz="2800" dirty="0">
                <a:solidFill>
                  <a:srgbClr val="FF0000"/>
                </a:solidFill>
              </a:rPr>
              <a:t>controller</a:t>
            </a:r>
            <a:r>
              <a:rPr lang="en-MY" sz="2800" dirty="0"/>
              <a:t> and </a:t>
            </a:r>
            <a:r>
              <a:rPr lang="en-MY" sz="2800" dirty="0">
                <a:solidFill>
                  <a:srgbClr val="FF0000"/>
                </a:solidFill>
              </a:rPr>
              <a:t>Model</a:t>
            </a:r>
            <a:r>
              <a:rPr lang="en-MY" sz="2800" dirty="0"/>
              <a:t>. </a:t>
            </a:r>
          </a:p>
          <a:p>
            <a:endParaRPr lang="en-MY" sz="2800" dirty="0"/>
          </a:p>
          <a:p>
            <a:r>
              <a:rPr lang="en-MY" sz="2800" dirty="0"/>
              <a:t>To use DB, you need to </a:t>
            </a:r>
            <a:r>
              <a:rPr lang="en-MY" sz="2800" dirty="0">
                <a:solidFill>
                  <a:srgbClr val="FF0000"/>
                </a:solidFill>
              </a:rPr>
              <a:t>configure</a:t>
            </a:r>
            <a:r>
              <a:rPr lang="en-MY" sz="2800" dirty="0"/>
              <a:t> your database connection in </a:t>
            </a:r>
            <a:r>
              <a:rPr lang="en-MY" sz="2800" b="1" dirty="0"/>
              <a:t>.</a:t>
            </a:r>
            <a:r>
              <a:rPr lang="en-MY" sz="2800" b="1" dirty="0">
                <a:solidFill>
                  <a:srgbClr val="FF0000"/>
                </a:solidFill>
              </a:rPr>
              <a:t>env</a:t>
            </a:r>
            <a:r>
              <a:rPr lang="en-MY" sz="2800" b="1" dirty="0"/>
              <a:t> </a:t>
            </a:r>
            <a:r>
              <a:rPr lang="en-MY" sz="2800" dirty="0"/>
              <a:t>file </a:t>
            </a:r>
          </a:p>
          <a:p>
            <a:endParaRPr lang="en-MY" dirty="0"/>
          </a:p>
          <a:p>
            <a:endParaRPr lang="en-MY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7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8ADC-8D9E-8B4B-9775-A4F2049A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n-US" sz="2400">
                <a:highlight>
                  <a:srgbClr val="FFFF00"/>
                </a:highlight>
              </a:rPr>
              <a:t>Example: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3AB1DC1E-9DB9-BE93-FBF2-C921EFA3E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0830-9CEB-9F4F-9199-2DE6B33F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Configure database setting in .env file </a:t>
            </a:r>
          </a:p>
          <a:p>
            <a:r>
              <a:rPr lang="en-US" dirty="0"/>
              <a:t>DB_CONNECTION=</a:t>
            </a:r>
            <a:r>
              <a:rPr lang="en-US" err="1"/>
              <a:t>mysql</a:t>
            </a:r>
            <a:endParaRPr lang="en-US"/>
          </a:p>
          <a:p>
            <a:r>
              <a:rPr lang="en-US" dirty="0"/>
              <a:t>DB_HOST=</a:t>
            </a:r>
            <a:r>
              <a:rPr lang="en-US"/>
              <a:t>127.0.0.1</a:t>
            </a:r>
          </a:p>
          <a:p>
            <a:r>
              <a:rPr lang="en-US" dirty="0"/>
              <a:t>DB_PORT=</a:t>
            </a:r>
            <a:r>
              <a:rPr lang="en-US"/>
              <a:t>3306</a:t>
            </a:r>
          </a:p>
          <a:p>
            <a:r>
              <a:rPr lang="en-US" dirty="0"/>
              <a:t>DB_DATABASE=</a:t>
            </a:r>
            <a:r>
              <a:rPr lang="en-US"/>
              <a:t>webapp</a:t>
            </a:r>
          </a:p>
          <a:p>
            <a:r>
              <a:rPr lang="en-US" dirty="0"/>
              <a:t>DB_USERNAME=</a:t>
            </a:r>
            <a:r>
              <a:rPr lang="en-US"/>
              <a:t>root</a:t>
            </a:r>
          </a:p>
          <a:p>
            <a:r>
              <a:rPr lang="en-US" dirty="0"/>
              <a:t>DB_PASSWORD=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15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C1F10-EFB2-A74E-8E38-AEAEB6EA9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MY" b="1">
                <a:solidFill>
                  <a:schemeClr val="bg1"/>
                </a:solidFill>
              </a:rPr>
              <a:t>Create models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5B38CC-9BFB-F7B1-B855-B1C4E9AA06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388687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519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CEB0-E876-194A-9022-6437C5D6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generated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E3951-6839-204A-BA39-C522FA600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985526" cy="4219956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php</a:t>
            </a:r>
            <a:r>
              <a:rPr lang="en-US" dirty="0">
                <a:solidFill>
                  <a:srgbClr val="FF0000"/>
                </a:solidFill>
              </a:rPr>
              <a:t> artisan </a:t>
            </a:r>
            <a:r>
              <a:rPr lang="en-US" dirty="0" err="1">
                <a:solidFill>
                  <a:srgbClr val="FF0000"/>
                </a:solidFill>
              </a:rPr>
              <a:t>make:model</a:t>
            </a:r>
            <a:r>
              <a:rPr lang="en-US" dirty="0"/>
              <a:t> Student (Model name should be uppercase)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generated model</a:t>
            </a:r>
          </a:p>
          <a:p>
            <a:r>
              <a:rPr lang="en-US" dirty="0"/>
              <a:t>namespace App\Models;</a:t>
            </a:r>
          </a:p>
          <a:p>
            <a:r>
              <a:rPr lang="en-US" dirty="0"/>
              <a:t>use Illuminate\Database\Eloquent\Factories\</a:t>
            </a:r>
            <a:r>
              <a:rPr lang="en-US" dirty="0" err="1"/>
              <a:t>HasFactory</a:t>
            </a:r>
            <a:r>
              <a:rPr lang="en-US" dirty="0"/>
              <a:t>;</a:t>
            </a:r>
          </a:p>
          <a:p>
            <a:r>
              <a:rPr lang="en-US" dirty="0"/>
              <a:t>use Illuminate\Database\Eloquent\Model;</a:t>
            </a:r>
          </a:p>
          <a:p>
            <a:endParaRPr lang="en-US" dirty="0"/>
          </a:p>
          <a:p>
            <a:r>
              <a:rPr lang="en-US" dirty="0"/>
              <a:t>class Student extends Model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use </a:t>
            </a:r>
            <a:r>
              <a:rPr lang="en-US" dirty="0" err="1"/>
              <a:t>HasFactory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4930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06022-3339-EF72-BD6F-403D0763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Migrations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562DF0-FEB4-74D9-3EBA-DFC35FD66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548297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477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3F41-1178-CDB2-BAC7-BA40DA3A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Generating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C2F1-5403-CC9A-9B85-528D9C8EE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0" i="0" dirty="0">
                <a:solidFill>
                  <a:schemeClr val="tx1"/>
                </a:solidFill>
                <a:effectLst/>
                <a:latin typeface="scandia-web"/>
              </a:rPr>
              <a:t>You may use the </a:t>
            </a:r>
            <a:r>
              <a:rPr lang="en-MY" dirty="0" err="1">
                <a:solidFill>
                  <a:schemeClr val="tx1"/>
                </a:solidFill>
              </a:rPr>
              <a:t>make:migration</a:t>
            </a:r>
            <a:r>
              <a:rPr lang="en-MY" b="0" i="0" dirty="0">
                <a:solidFill>
                  <a:schemeClr val="tx1"/>
                </a:solidFill>
                <a:effectLst/>
                <a:latin typeface="scandia-web"/>
              </a:rPr>
              <a:t> </a:t>
            </a:r>
            <a:r>
              <a:rPr lang="en-MY" b="0" i="0" u="sng" dirty="0">
                <a:solidFill>
                  <a:schemeClr val="tx1"/>
                </a:solidFill>
                <a:effectLst/>
                <a:latin typeface="scandia-web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Artisan command</a:t>
            </a:r>
            <a:r>
              <a:rPr lang="en-MY" b="0" i="0" dirty="0">
                <a:solidFill>
                  <a:schemeClr val="tx1"/>
                </a:solidFill>
                <a:effectLst/>
                <a:latin typeface="scandia-web"/>
              </a:rPr>
              <a:t> to generate a database migration. </a:t>
            </a:r>
          </a:p>
          <a:p>
            <a:r>
              <a:rPr lang="en-MY" b="0" i="0" dirty="0">
                <a:solidFill>
                  <a:schemeClr val="tx1"/>
                </a:solidFill>
                <a:effectLst/>
                <a:latin typeface="scandia-web"/>
              </a:rPr>
              <a:t>The new migration will be placed in your </a:t>
            </a:r>
            <a:r>
              <a:rPr lang="en-MY" dirty="0">
                <a:solidFill>
                  <a:schemeClr val="tx1"/>
                </a:solidFill>
              </a:rPr>
              <a:t>database/migrations</a:t>
            </a:r>
            <a:r>
              <a:rPr lang="en-MY" b="0" i="0" dirty="0">
                <a:solidFill>
                  <a:schemeClr val="tx1"/>
                </a:solidFill>
                <a:effectLst/>
                <a:latin typeface="scandia-web"/>
              </a:rPr>
              <a:t> directory. </a:t>
            </a:r>
          </a:p>
          <a:p>
            <a:r>
              <a:rPr lang="en-MY" b="0" i="0" dirty="0">
                <a:solidFill>
                  <a:schemeClr val="tx1"/>
                </a:solidFill>
                <a:effectLst/>
                <a:latin typeface="scandia-web"/>
              </a:rPr>
              <a:t>Each migration filename contains a timestamp that allows Laravel to determine the order of the migrations:</a:t>
            </a:r>
          </a:p>
          <a:p>
            <a:endParaRPr lang="en-MY" b="0" i="0" dirty="0">
              <a:solidFill>
                <a:schemeClr val="tx1"/>
              </a:solidFill>
              <a:effectLst/>
              <a:latin typeface="source-code-pro"/>
            </a:endParaRPr>
          </a:p>
          <a:p>
            <a:r>
              <a:rPr lang="en-MY" b="0" i="0" dirty="0">
                <a:solidFill>
                  <a:schemeClr val="tx1"/>
                </a:solidFill>
                <a:effectLst/>
                <a:latin typeface="source-code-pro"/>
              </a:rPr>
              <a:t>php artisan make:migration create_</a:t>
            </a:r>
            <a:r>
              <a:rPr lang="en-MY" b="0" i="0" dirty="0">
                <a:solidFill>
                  <a:srgbClr val="FF0000"/>
                </a:solidFill>
                <a:effectLst/>
                <a:latin typeface="source-code-pro"/>
              </a:rPr>
              <a:t>flights</a:t>
            </a:r>
            <a:r>
              <a:rPr lang="en-MY" b="0" i="0" dirty="0">
                <a:solidFill>
                  <a:schemeClr val="tx1"/>
                </a:solidFill>
                <a:effectLst/>
                <a:latin typeface="source-code-pro"/>
              </a:rPr>
              <a:t>_table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20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EA7C-9780-D765-475A-8FBFA685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EEA75-FB5C-6378-A5D7-BDD74D5F1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7529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artisan make:migration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create_students_table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migration file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 function up()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Schema::create('articles', function (Blueprint $table) {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$table-&gt;id();</a:t>
            </a:r>
          </a:p>
          <a:p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$table-&gt;string('</a:t>
            </a:r>
            <a:r>
              <a:rPr lang="en-MY" b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’); //add the table</a:t>
            </a:r>
          </a:p>
          <a:p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$table-&gt;string('</a:t>
            </a:r>
            <a:r>
              <a:rPr lang="en-MY" b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’); //add the table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$table-&gt;timestamps();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});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562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49D2-DF18-0495-0600-DDE6F99E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6F4AD-3CC7-BDEA-E91A-92F27558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php</a:t>
            </a:r>
            <a:r>
              <a:rPr lang="en-US" dirty="0"/>
              <a:t> artisan migrate </a:t>
            </a:r>
          </a:p>
          <a:p>
            <a:endParaRPr lang="en-US" dirty="0"/>
          </a:p>
          <a:p>
            <a:r>
              <a:rPr lang="en-US" dirty="0"/>
              <a:t>Table will be crated in database</a:t>
            </a:r>
          </a:p>
        </p:txBody>
      </p:sp>
    </p:spTree>
    <p:extLst>
      <p:ext uri="{BB962C8B-B14F-4D97-AF65-F5344CB8AC3E}">
        <p14:creationId xmlns:p14="http://schemas.microsoft.com/office/powerpoint/2010/main" val="1459831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77500-2AE8-F402-90E4-354DCC8FB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7930F-ADB9-1DDB-99F5-0ECF4A04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MY" sz="2600" b="1"/>
              <a:t>Create models with migration</a:t>
            </a:r>
            <a:endParaRPr lang="en-US" sz="260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59CED3-65AD-F1F6-08DC-5F2201F13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914934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9896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1DD6F-EEE1-A449-929B-757E4C445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If table name is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8482D-18F5-624A-9D05-C469AEA46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You need manual configuration, if you want to use the different name for DB table and Model Name </a:t>
            </a:r>
          </a:p>
          <a:p>
            <a:endParaRPr lang="en-US" dirty="0"/>
          </a:p>
          <a:p>
            <a:r>
              <a:rPr lang="en-US" dirty="0"/>
              <a:t>Make a modification in Model</a:t>
            </a:r>
          </a:p>
          <a:p>
            <a:endParaRPr lang="en-US" dirty="0"/>
          </a:p>
          <a:p>
            <a:r>
              <a:rPr lang="en-US" dirty="0"/>
              <a:t>Such as you have table name: </a:t>
            </a:r>
            <a:r>
              <a:rPr lang="en-US" dirty="0">
                <a:solidFill>
                  <a:srgbClr val="FF0000"/>
                </a:solidFill>
              </a:rPr>
              <a:t>user</a:t>
            </a:r>
          </a:p>
          <a:p>
            <a:endParaRPr lang="en-US" dirty="0"/>
          </a:p>
          <a:p>
            <a:r>
              <a:rPr lang="en-US" dirty="0"/>
              <a:t>Add the table:</a:t>
            </a:r>
          </a:p>
          <a:p>
            <a:pPr marL="0" indent="0">
              <a:buNone/>
            </a:pPr>
            <a:r>
              <a:rPr lang="en-MY" dirty="0"/>
              <a:t>   public $table=”</a:t>
            </a:r>
            <a:r>
              <a:rPr lang="en-MY" dirty="0">
                <a:solidFill>
                  <a:srgbClr val="FF0000"/>
                </a:solidFill>
              </a:rPr>
              <a:t>users</a:t>
            </a:r>
            <a:r>
              <a:rPr lang="en-MY" dirty="0"/>
              <a:t>";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818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E650-BF05-6946-B512-508719D4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route and import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39EB9-074A-FD48-B803-B2DC2A961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to import controller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Use App\Http\Controllers\</a:t>
            </a:r>
            <a:r>
              <a:rPr lang="en-US" dirty="0" err="1">
                <a:solidFill>
                  <a:srgbClr val="FF0000"/>
                </a:solidFill>
              </a:rPr>
              <a:t>UserCon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endParaRPr lang="en-US" dirty="0"/>
          </a:p>
          <a:p>
            <a:r>
              <a:rPr lang="en-US" dirty="0"/>
              <a:t>Make a route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Route::get(‘/users',[</a:t>
            </a:r>
            <a:r>
              <a:rPr lang="en-US" dirty="0" err="1">
                <a:solidFill>
                  <a:srgbClr val="FF0000"/>
                </a:solidFill>
              </a:rPr>
              <a:t>UserCon</a:t>
            </a:r>
            <a:r>
              <a:rPr lang="en-US" dirty="0">
                <a:solidFill>
                  <a:srgbClr val="FF0000"/>
                </a:solidFill>
              </a:rPr>
              <a:t>::class, '</a:t>
            </a:r>
            <a:r>
              <a:rPr lang="en-US" dirty="0" err="1">
                <a:solidFill>
                  <a:srgbClr val="FF0000"/>
                </a:solidFill>
              </a:rPr>
              <a:t>getData</a:t>
            </a:r>
            <a:r>
              <a:rPr lang="en-US" dirty="0">
                <a:solidFill>
                  <a:srgbClr val="FF0000"/>
                </a:solidFill>
              </a:rPr>
              <a:t>']);</a:t>
            </a:r>
          </a:p>
        </p:txBody>
      </p:sp>
    </p:spTree>
    <p:extLst>
      <p:ext uri="{BB962C8B-B14F-4D97-AF65-F5344CB8AC3E}">
        <p14:creationId xmlns:p14="http://schemas.microsoft.com/office/powerpoint/2010/main" val="713796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ACCE-32A1-4CC5-12A3-78DC9321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dirty="0"/>
              <a:t>Sample program</a:t>
            </a:r>
          </a:p>
        </p:txBody>
      </p:sp>
    </p:spTree>
    <p:extLst>
      <p:ext uri="{BB962C8B-B14F-4D97-AF65-F5344CB8AC3E}">
        <p14:creationId xmlns:p14="http://schemas.microsoft.com/office/powerpoint/2010/main" val="1175794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8D8ED-9A9F-1425-B827-E11AC403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data from 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207C-DC6C-9708-CD1D-50F4D8E8F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&lt;form action="/</a:t>
            </a:r>
            <a:r>
              <a:rPr lang="en-MY" dirty="0">
                <a:solidFill>
                  <a:srgbClr val="FF0000"/>
                </a:solidFill>
                <a:latin typeface="Menlo" panose="020B0609030804020204" pitchFamily="49" charset="0"/>
              </a:rPr>
              <a:t>insert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" method="POST"&gt;</a:t>
            </a:r>
          </a:p>
          <a:p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MY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csrf</a:t>
            </a:r>
            <a:endParaRPr lang="en-MY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&lt;label for="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"&gt;First name:&lt;/label&gt;&lt;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br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&lt;input type="text" name="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"&gt;&lt;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br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&lt;label for="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lname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"&gt;Last name:&lt;/label&gt;&lt;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br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&lt;input type="text" name="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lname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&lt;button&gt;Send&lt;/button&gt;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&lt;/form&gt;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4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836E-4EDF-08D8-0C5D-15630174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model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php</a:t>
            </a:r>
            <a:r>
              <a:rPr lang="en-US" dirty="0"/>
              <a:t> artisan command)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A144-C4E1-E77E-1B1E-01D235B3D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9101428" cy="3101983"/>
          </a:xfrm>
        </p:spPr>
        <p:txBody>
          <a:bodyPr>
            <a:normAutofit/>
          </a:bodyPr>
          <a:lstStyle/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namespace App\Models;</a:t>
            </a:r>
          </a:p>
          <a:p>
            <a:pPr>
              <a:lnSpc>
                <a:spcPts val="1350"/>
              </a:lnSpc>
            </a:pPr>
            <a:b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use Illuminate\Database\Eloquent\Factories\</a:t>
            </a:r>
            <a:r>
              <a:rPr lang="en-MY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HasFactory</a:t>
            </a: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use Illuminate\Database\Eloquent\Model;</a:t>
            </a:r>
          </a:p>
          <a:p>
            <a:pPr>
              <a:lnSpc>
                <a:spcPts val="1350"/>
              </a:lnSpc>
            </a:pPr>
            <a:b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class student extends Model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use </a:t>
            </a:r>
            <a:r>
              <a:rPr lang="en-MY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HasFactory</a:t>
            </a: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</a:pPr>
            <a:b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806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EA7C-9780-D765-475A-8FBFA685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EEA75-FB5C-6378-A5D7-BDD74D5F1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7529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artisan make:migration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create_students_table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migration file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 function up()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Schema::create('articles', function (Blueprint $table) {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$table-&gt;id();</a:t>
            </a:r>
          </a:p>
          <a:p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$table-&gt;string('</a:t>
            </a:r>
            <a:r>
              <a:rPr lang="en-MY" b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’); //add the table</a:t>
            </a:r>
          </a:p>
          <a:p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$table-&gt;string('</a:t>
            </a:r>
            <a:r>
              <a:rPr lang="en-MY" b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MY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’); //add the table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$table-&gt;timestamps();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});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4244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49D2-DF18-0495-0600-DDE6F99E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6F4AD-3CC7-BDEA-E91A-92F27558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php</a:t>
            </a:r>
            <a:r>
              <a:rPr lang="en-US" dirty="0"/>
              <a:t> artisan migrate </a:t>
            </a:r>
          </a:p>
          <a:p>
            <a:endParaRPr lang="en-US" dirty="0"/>
          </a:p>
          <a:p>
            <a:r>
              <a:rPr lang="en-US" dirty="0"/>
              <a:t>Table will be crated in database</a:t>
            </a:r>
          </a:p>
        </p:txBody>
      </p:sp>
    </p:spTree>
    <p:extLst>
      <p:ext uri="{BB962C8B-B14F-4D97-AF65-F5344CB8AC3E}">
        <p14:creationId xmlns:p14="http://schemas.microsoft.com/office/powerpoint/2010/main" val="3372848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14CE-3B5B-114B-A4A2-0721A667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also </a:t>
            </a:r>
            <a:r>
              <a:rPr lang="en-US" dirty="0">
                <a:highlight>
                  <a:srgbClr val="FFFF00"/>
                </a:highlight>
              </a:rPr>
              <a:t>need to create controller to interact with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2AFC8-5123-D44D-B3FF-677C66C8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25148"/>
            <a:ext cx="7729728" cy="425394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php</a:t>
            </a:r>
            <a:r>
              <a:rPr lang="en-US" dirty="0">
                <a:solidFill>
                  <a:srgbClr val="FF0000"/>
                </a:solidFill>
              </a:rPr>
              <a:t> artisan </a:t>
            </a:r>
            <a:r>
              <a:rPr lang="en-US" dirty="0" err="1">
                <a:solidFill>
                  <a:srgbClr val="FF0000"/>
                </a:solidFill>
              </a:rPr>
              <a:t>make:controller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Student</a:t>
            </a:r>
            <a:r>
              <a:rPr lang="en-US" dirty="0" err="1"/>
              <a:t>Con</a:t>
            </a:r>
            <a:endParaRPr lang="en-US" dirty="0"/>
          </a:p>
          <a:p>
            <a:endParaRPr lang="en-US" dirty="0"/>
          </a:p>
          <a:p>
            <a:r>
              <a:rPr lang="en-US" dirty="0"/>
              <a:t>//imp</a:t>
            </a:r>
          </a:p>
          <a:p>
            <a:r>
              <a:rPr lang="en-US" dirty="0"/>
              <a:t>use App\Models\</a:t>
            </a:r>
            <a:r>
              <a:rPr lang="en-US" dirty="0">
                <a:solidFill>
                  <a:srgbClr val="FF0000"/>
                </a:solidFill>
              </a:rPr>
              <a:t>Staff</a:t>
            </a:r>
            <a:r>
              <a:rPr lang="en-US" dirty="0"/>
              <a:t>;</a:t>
            </a:r>
          </a:p>
          <a:p>
            <a:r>
              <a:rPr lang="en-US" dirty="0"/>
              <a:t>class </a:t>
            </a:r>
            <a:r>
              <a:rPr lang="en-US" dirty="0" err="1"/>
              <a:t>TestCon</a:t>
            </a:r>
            <a:r>
              <a:rPr lang="en-US" dirty="0"/>
              <a:t> extends Controller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//</a:t>
            </a:r>
          </a:p>
          <a:p>
            <a:r>
              <a:rPr lang="en-US" dirty="0"/>
              <a:t>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03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7A35-A7B1-F9A3-30C1-70CEF3CA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1300"/>
            <a:ext cx="7729728" cy="1188720"/>
          </a:xfrm>
        </p:spPr>
        <p:txBody>
          <a:bodyPr/>
          <a:lstStyle/>
          <a:p>
            <a:r>
              <a:rPr lang="en-US" dirty="0"/>
              <a:t>Manipulate create function in controller (INSERT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8865-86EB-ABA9-AA7C-C3796FE1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08654"/>
            <a:ext cx="7729728" cy="5149346"/>
          </a:xfrm>
        </p:spPr>
        <p:txBody>
          <a:bodyPr>
            <a:noAutofit/>
          </a:bodyPr>
          <a:lstStyle/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use Illuminate\Http\Request;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// connect to model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use App\Models\Staff;</a:t>
            </a:r>
          </a:p>
          <a:p>
            <a:pPr>
              <a:lnSpc>
                <a:spcPts val="1350"/>
              </a:lnSpc>
            </a:pPr>
            <a:endParaRPr lang="en-MY" sz="1600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class 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TestCon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extends Controller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//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public function store(Request $request)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$user = new Staff();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$user-&gt;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= $request-&gt;input('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');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$user-&gt;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lname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= $request-&gt;input('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lname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');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$user-&gt;save();</a:t>
            </a:r>
          </a:p>
          <a:p>
            <a:pPr>
              <a:lnSpc>
                <a:spcPts val="1350"/>
              </a:lnSpc>
            </a:pPr>
            <a:b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return redirect('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showdata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');</a:t>
            </a:r>
          </a:p>
          <a:p>
            <a:pPr>
              <a:lnSpc>
                <a:spcPts val="1350"/>
              </a:lnSpc>
            </a:pPr>
            <a:b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8061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7ADF-24CD-4E9C-AABD-5341EC05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 show function in controller (</a:t>
            </a:r>
            <a:r>
              <a:rPr lang="en-US" dirty="0" err="1"/>
              <a:t>showdata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8012-14BB-AF38-5973-9C278ADF0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public function show()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MY" dirty="0">
                <a:solidFill>
                  <a:schemeClr val="tx1"/>
                </a:solidFill>
                <a:latin typeface="Menlo" panose="020B0609030804020204" pitchFamily="49" charset="0"/>
              </a:rPr>
              <a:t>user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=Student::select('id','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','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lname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','created_at','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updated_at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')-&gt;get();</a:t>
            </a:r>
          </a:p>
          <a:p>
            <a:b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return view('</a:t>
            </a:r>
            <a:r>
              <a:rPr lang="en-MY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index',compact</a:t>
            </a: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(‘user'));</a:t>
            </a:r>
          </a:p>
          <a:p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30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80F2-E040-3ADE-0F4C-ACC7D6D0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234" y="109346"/>
            <a:ext cx="7729728" cy="554301"/>
          </a:xfrm>
        </p:spPr>
        <p:txBody>
          <a:bodyPr>
            <a:normAutofit fontScale="90000"/>
          </a:bodyPr>
          <a:lstStyle/>
          <a:p>
            <a:r>
              <a:rPr lang="en-US" dirty="0"/>
              <a:t>To show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80966-C91B-36BD-37E4-DEA12220A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516" y="1124262"/>
            <a:ext cx="8967609" cy="5733738"/>
          </a:xfrm>
        </p:spPr>
        <p:txBody>
          <a:bodyPr>
            <a:noAutofit/>
          </a:bodyPr>
          <a:lstStyle/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&lt;table border=1&gt;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&lt;tr&gt;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&lt;td&gt;Id&lt;/td&gt;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&lt;td&gt;First Name&lt;/td&gt;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 Last Name&lt;/td&gt;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 Create At&lt;/td&gt;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 Update At&lt;/td&gt;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&lt;/tr&gt;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@foreach($user as $user)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&lt;tr&gt;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&lt;td&gt;{{$user-&gt;id}}&lt;/td&gt;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&lt;td&gt;{{$user-&gt;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}}&lt;/td&gt;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&lt;td&gt;{{$user-&gt;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lname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}}&lt;/td&gt;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&lt;td&gt;{{$user-&gt;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created_at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}}&lt;/td&gt;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&lt;td&gt;{{$user-&gt;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updated_at</a:t>
            </a: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}}&lt;/td&gt;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&lt;/tr&gt;</a:t>
            </a: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MY" sz="16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endforeach</a:t>
            </a:r>
            <a:endParaRPr lang="en-MY" sz="1600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MY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&lt;/table&gt;</a:t>
            </a:r>
          </a:p>
          <a:p>
            <a:pPr>
              <a:lnSpc>
                <a:spcPts val="1350"/>
              </a:lnSpc>
            </a:pP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880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3151-79A8-B5AA-769E-1273B6D2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622B-C558-C773-BC84-C5CD82C8D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72245"/>
          </a:xfrm>
        </p:spPr>
        <p:txBody>
          <a:bodyPr>
            <a:normAutofit/>
          </a:bodyPr>
          <a:lstStyle/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//To call form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Route::get('/form', function () {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return view('form');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});</a:t>
            </a:r>
          </a:p>
          <a:p>
            <a:pPr>
              <a:lnSpc>
                <a:spcPts val="1350"/>
              </a:lnSpc>
            </a:pPr>
            <a:endParaRPr lang="en-MY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// To insert data</a:t>
            </a: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Route::post('/insert',[</a:t>
            </a:r>
            <a:r>
              <a:rPr lang="en-MY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TestCon</a:t>
            </a: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::class, 'store’]);</a:t>
            </a:r>
          </a:p>
          <a:p>
            <a:pPr>
              <a:lnSpc>
                <a:spcPts val="1350"/>
              </a:lnSpc>
            </a:pPr>
            <a:endParaRPr lang="en-MY" dirty="0">
              <a:solidFill>
                <a:srgbClr val="FF000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MY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//to show data</a:t>
            </a:r>
          </a:p>
          <a:p>
            <a:pPr>
              <a:lnSpc>
                <a:spcPts val="1350"/>
              </a:lnSpc>
            </a:pPr>
            <a:b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Route::get('/</a:t>
            </a:r>
            <a:r>
              <a:rPr lang="en-MY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showdata</a:t>
            </a: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',[</a:t>
            </a:r>
            <a:r>
              <a:rPr lang="en-MY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TestCon</a:t>
            </a: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::class, 'show']);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318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87CC-AD7C-062C-26B1-ABEA811A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52D9-438F-59E7-3AC0-668DDAFF4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model?</a:t>
            </a:r>
          </a:p>
          <a:p>
            <a:r>
              <a:rPr lang="en-US" dirty="0"/>
              <a:t>ORM</a:t>
            </a:r>
          </a:p>
          <a:p>
            <a:r>
              <a:rPr lang="en-US" dirty="0"/>
              <a:t>How to make the model</a:t>
            </a:r>
          </a:p>
          <a:p>
            <a:r>
              <a:rPr lang="en-US" dirty="0"/>
              <a:t>Migration?</a:t>
            </a:r>
          </a:p>
        </p:txBody>
      </p:sp>
    </p:spTree>
    <p:extLst>
      <p:ext uri="{BB962C8B-B14F-4D97-AF65-F5344CB8AC3E}">
        <p14:creationId xmlns:p14="http://schemas.microsoft.com/office/powerpoint/2010/main" val="2067144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684FCD5C-7443-4EBD-B37B-EAB86BF09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920" y="804334"/>
            <a:ext cx="10550161" cy="510226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010E9B40-C467-4CDE-8CC1-38533731D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968883"/>
            <a:ext cx="10222992" cy="4773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8E3D3-57E6-F244-A627-9669D9E4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3" y="1288923"/>
            <a:ext cx="8318493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09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{782F27AD-D757-734A-9427-111EA8F79CC3}tf10001120</Template>
  <TotalTime>20355</TotalTime>
  <Words>1451</Words>
  <Application>Microsoft Macintosh PowerPoint</Application>
  <PresentationFormat>Widescreen</PresentationFormat>
  <Paragraphs>238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-apple-system</vt:lpstr>
      <vt:lpstr>Arial</vt:lpstr>
      <vt:lpstr>Calibri</vt:lpstr>
      <vt:lpstr>Gill Sans MT</vt:lpstr>
      <vt:lpstr>Menlo</vt:lpstr>
      <vt:lpstr>scandia-web</vt:lpstr>
      <vt:lpstr>source-code-pro</vt:lpstr>
      <vt:lpstr>Parcel</vt:lpstr>
      <vt:lpstr>BIIT 2305 Web Application Development</vt:lpstr>
      <vt:lpstr>Outline</vt:lpstr>
      <vt:lpstr>What is Model? </vt:lpstr>
      <vt:lpstr>Db facade</vt:lpstr>
      <vt:lpstr>PowerPoint Presentation</vt:lpstr>
      <vt:lpstr>What is Model???</vt:lpstr>
      <vt:lpstr>What is MOdel…</vt:lpstr>
      <vt:lpstr>Eloquent Object Relational Mapper (ORM). </vt:lpstr>
      <vt:lpstr>DB configurations</vt:lpstr>
      <vt:lpstr>Example:</vt:lpstr>
      <vt:lpstr>Create models</vt:lpstr>
      <vt:lpstr>generated Model</vt:lpstr>
      <vt:lpstr>Migrations</vt:lpstr>
      <vt:lpstr>Generating Migrations</vt:lpstr>
      <vt:lpstr>Generated migration</vt:lpstr>
      <vt:lpstr>Run migration</vt:lpstr>
      <vt:lpstr>Create models with migration</vt:lpstr>
      <vt:lpstr>If table name is Different</vt:lpstr>
      <vt:lpstr>Make a route and import controller</vt:lpstr>
      <vt:lpstr>Sample program</vt:lpstr>
      <vt:lpstr>Insert data from a form</vt:lpstr>
      <vt:lpstr>Create model  (php artisan command)</vt:lpstr>
      <vt:lpstr>Generate migration</vt:lpstr>
      <vt:lpstr>Run migration</vt:lpstr>
      <vt:lpstr>We also need to create controller to interact with Model </vt:lpstr>
      <vt:lpstr>Manipulate create function in controller (INSERT data)</vt:lpstr>
      <vt:lpstr>Manipulate show function in controller (showdata)</vt:lpstr>
      <vt:lpstr>To show data</vt:lpstr>
      <vt:lpstr>Create route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3305 Web Application Development</dc:title>
  <dc:creator>Microsoft Office User</dc:creator>
  <cp:lastModifiedBy>NAJHAN BIN MUHAMAD IBRAHIM</cp:lastModifiedBy>
  <cp:revision>204</cp:revision>
  <dcterms:created xsi:type="dcterms:W3CDTF">2020-10-08T03:38:21Z</dcterms:created>
  <dcterms:modified xsi:type="dcterms:W3CDTF">2026-05-11T01:50:42Z</dcterms:modified>
</cp:coreProperties>
</file>