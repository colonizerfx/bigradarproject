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sldIdLst>
    <p:sldId id="257" r:id="rId2"/>
    <p:sldId id="274" r:id="rId3"/>
    <p:sldId id="295" r:id="rId4"/>
    <p:sldId id="290" r:id="rId5"/>
    <p:sldId id="299" r:id="rId6"/>
    <p:sldId id="302" r:id="rId7"/>
    <p:sldId id="291" r:id="rId8"/>
    <p:sldId id="283" r:id="rId9"/>
    <p:sldId id="293" r:id="rId10"/>
    <p:sldId id="284" r:id="rId11"/>
    <p:sldId id="294" r:id="rId12"/>
    <p:sldId id="300" r:id="rId13"/>
    <p:sldId id="286" r:id="rId14"/>
    <p:sldId id="287" r:id="rId15"/>
    <p:sldId id="304" r:id="rId16"/>
    <p:sldId id="303" r:id="rId17"/>
    <p:sldId id="305" r:id="rId18"/>
    <p:sldId id="306" r:id="rId19"/>
    <p:sldId id="307" r:id="rId20"/>
    <p:sldId id="308" r:id="rId21"/>
    <p:sldId id="309" r:id="rId22"/>
    <p:sldId id="310" r:id="rId23"/>
    <p:sldId id="29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85"/>
    <p:restoredTop sz="95833"/>
  </p:normalViewPr>
  <p:slideViewPr>
    <p:cSldViewPr snapToGrid="0" snapToObjects="1">
      <p:cViewPr varScale="1">
        <p:scale>
          <a:sx n="98" d="100"/>
          <a:sy n="98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FFDB1E-E77F-4F1B-B6AE-7B36A29E25C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614759-2D5A-4F3D-92B9-FAC263204B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example, </a:t>
          </a:r>
        </a:p>
      </dgm:t>
    </dgm:pt>
    <dgm:pt modelId="{40DBC3EE-C484-4394-8102-E7647888E7C6}" type="parTrans" cxnId="{8551381D-FAE2-46C7-8170-D18EC621ED55}">
      <dgm:prSet/>
      <dgm:spPr/>
      <dgm:t>
        <a:bodyPr/>
        <a:lstStyle/>
        <a:p>
          <a:endParaRPr lang="en-US"/>
        </a:p>
      </dgm:t>
    </dgm:pt>
    <dgm:pt modelId="{229B228A-AA67-408B-A862-9A2DEA9449AC}" type="sibTrans" cxnId="{8551381D-FAE2-46C7-8170-D18EC621ED55}">
      <dgm:prSet/>
      <dgm:spPr/>
      <dgm:t>
        <a:bodyPr/>
        <a:lstStyle/>
        <a:p>
          <a:endParaRPr lang="en-US"/>
        </a:p>
      </dgm:t>
    </dgm:pt>
    <dgm:pt modelId="{07451E50-D459-452F-BD7B-CC83F4E82D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UserController class might handle all incoming requests related to users, including showing, creating, updating, and deleting users. </a:t>
          </a:r>
        </a:p>
      </dgm:t>
    </dgm:pt>
    <dgm:pt modelId="{8773ADA8-3891-4261-A1D4-41B3A50B6372}" type="parTrans" cxnId="{79367DF3-2826-4CAA-A75C-7AC876C31722}">
      <dgm:prSet/>
      <dgm:spPr/>
      <dgm:t>
        <a:bodyPr/>
        <a:lstStyle/>
        <a:p>
          <a:endParaRPr lang="en-US"/>
        </a:p>
      </dgm:t>
    </dgm:pt>
    <dgm:pt modelId="{3CFB6F5A-9A83-4516-A182-21C48996B55C}" type="sibTrans" cxnId="{79367DF3-2826-4CAA-A75C-7AC876C31722}">
      <dgm:prSet/>
      <dgm:spPr/>
      <dgm:t>
        <a:bodyPr/>
        <a:lstStyle/>
        <a:p>
          <a:endParaRPr lang="en-US"/>
        </a:p>
      </dgm:t>
    </dgm:pt>
    <dgm:pt modelId="{450AF990-771D-4DC7-A68E-FD0161AE08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default, controllers are stored in the app/Http/Controllers directory.</a:t>
          </a:r>
        </a:p>
      </dgm:t>
    </dgm:pt>
    <dgm:pt modelId="{9C95E2BC-94C1-40E5-916D-80F1FEF25F10}" type="parTrans" cxnId="{46B81546-70C2-4AD2-AFE1-A4D517446D85}">
      <dgm:prSet/>
      <dgm:spPr/>
      <dgm:t>
        <a:bodyPr/>
        <a:lstStyle/>
        <a:p>
          <a:endParaRPr lang="en-US"/>
        </a:p>
      </dgm:t>
    </dgm:pt>
    <dgm:pt modelId="{41860153-8461-4518-A8EA-AE039866318D}" type="sibTrans" cxnId="{46B81546-70C2-4AD2-AFE1-A4D517446D85}">
      <dgm:prSet/>
      <dgm:spPr/>
      <dgm:t>
        <a:bodyPr/>
        <a:lstStyle/>
        <a:p>
          <a:endParaRPr lang="en-US"/>
        </a:p>
      </dgm:t>
    </dgm:pt>
    <dgm:pt modelId="{0A9CCD9C-B8A1-4FE2-A9A4-721CC65EC38D}" type="pres">
      <dgm:prSet presAssocID="{80FFDB1E-E77F-4F1B-B6AE-7B36A29E25CA}" presName="root" presStyleCnt="0">
        <dgm:presLayoutVars>
          <dgm:dir/>
          <dgm:resizeHandles val="exact"/>
        </dgm:presLayoutVars>
      </dgm:prSet>
      <dgm:spPr/>
    </dgm:pt>
    <dgm:pt modelId="{B8AB1C9D-A448-4E29-B8B9-4F356F2870B7}" type="pres">
      <dgm:prSet presAssocID="{4F614759-2D5A-4F3D-92B9-FAC263204BD2}" presName="compNode" presStyleCnt="0"/>
      <dgm:spPr/>
    </dgm:pt>
    <dgm:pt modelId="{1DDD05A7-6134-4D7A-9256-4407A72E3A85}" type="pres">
      <dgm:prSet presAssocID="{4F614759-2D5A-4F3D-92B9-FAC263204BD2}" presName="bgRect" presStyleLbl="bgShp" presStyleIdx="0" presStyleCnt="3"/>
      <dgm:spPr/>
    </dgm:pt>
    <dgm:pt modelId="{BBA8011F-C8BA-4EEA-B602-26E2226848A3}" type="pres">
      <dgm:prSet presAssocID="{4F614759-2D5A-4F3D-92B9-FAC263204B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B597FFA5-1CE1-42F4-8EF6-120B9795C702}" type="pres">
      <dgm:prSet presAssocID="{4F614759-2D5A-4F3D-92B9-FAC263204BD2}" presName="spaceRect" presStyleCnt="0"/>
      <dgm:spPr/>
    </dgm:pt>
    <dgm:pt modelId="{484EEF50-F64C-4D14-B1B6-53608B18F1B0}" type="pres">
      <dgm:prSet presAssocID="{4F614759-2D5A-4F3D-92B9-FAC263204BD2}" presName="parTx" presStyleLbl="revTx" presStyleIdx="0" presStyleCnt="3">
        <dgm:presLayoutVars>
          <dgm:chMax val="0"/>
          <dgm:chPref val="0"/>
        </dgm:presLayoutVars>
      </dgm:prSet>
      <dgm:spPr/>
    </dgm:pt>
    <dgm:pt modelId="{0DEE8ECA-245F-45FE-B1A7-C783FB0AC7F8}" type="pres">
      <dgm:prSet presAssocID="{229B228A-AA67-408B-A862-9A2DEA9449AC}" presName="sibTrans" presStyleCnt="0"/>
      <dgm:spPr/>
    </dgm:pt>
    <dgm:pt modelId="{1783BF25-E6FD-40F4-BD93-4EA95DE78327}" type="pres">
      <dgm:prSet presAssocID="{07451E50-D459-452F-BD7B-CC83F4E82DE6}" presName="compNode" presStyleCnt="0"/>
      <dgm:spPr/>
    </dgm:pt>
    <dgm:pt modelId="{F5362235-587B-4E47-8EB4-BCBF0CDA5CDF}" type="pres">
      <dgm:prSet presAssocID="{07451E50-D459-452F-BD7B-CC83F4E82DE6}" presName="bgRect" presStyleLbl="bgShp" presStyleIdx="1" presStyleCnt="3"/>
      <dgm:spPr/>
    </dgm:pt>
    <dgm:pt modelId="{FE11F860-3185-4778-A858-17039A774D2E}" type="pres">
      <dgm:prSet presAssocID="{07451E50-D459-452F-BD7B-CC83F4E82DE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54308B6-0D69-4BE4-91A2-AFCB5DB8E955}" type="pres">
      <dgm:prSet presAssocID="{07451E50-D459-452F-BD7B-CC83F4E82DE6}" presName="spaceRect" presStyleCnt="0"/>
      <dgm:spPr/>
    </dgm:pt>
    <dgm:pt modelId="{47173C8D-8DDC-4151-BD9A-A72F128E1C9E}" type="pres">
      <dgm:prSet presAssocID="{07451E50-D459-452F-BD7B-CC83F4E82DE6}" presName="parTx" presStyleLbl="revTx" presStyleIdx="1" presStyleCnt="3">
        <dgm:presLayoutVars>
          <dgm:chMax val="0"/>
          <dgm:chPref val="0"/>
        </dgm:presLayoutVars>
      </dgm:prSet>
      <dgm:spPr/>
    </dgm:pt>
    <dgm:pt modelId="{C2149981-1F11-442F-9994-68EFE2319932}" type="pres">
      <dgm:prSet presAssocID="{3CFB6F5A-9A83-4516-A182-21C48996B55C}" presName="sibTrans" presStyleCnt="0"/>
      <dgm:spPr/>
    </dgm:pt>
    <dgm:pt modelId="{56AD89C1-3A3B-422A-B419-674C47532EA8}" type="pres">
      <dgm:prSet presAssocID="{450AF990-771D-4DC7-A68E-FD0161AE0817}" presName="compNode" presStyleCnt="0"/>
      <dgm:spPr/>
    </dgm:pt>
    <dgm:pt modelId="{6CA2B09D-EDC3-463E-8A65-86643E6F9AF3}" type="pres">
      <dgm:prSet presAssocID="{450AF990-771D-4DC7-A68E-FD0161AE0817}" presName="bgRect" presStyleLbl="bgShp" presStyleIdx="2" presStyleCnt="3"/>
      <dgm:spPr/>
    </dgm:pt>
    <dgm:pt modelId="{BA5B9F00-5246-4B5F-ACBD-CF4A7129E0E7}" type="pres">
      <dgm:prSet presAssocID="{450AF990-771D-4DC7-A68E-FD0161AE08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0D6E0D9-BB74-4E1A-87FB-1E1CA772D694}" type="pres">
      <dgm:prSet presAssocID="{450AF990-771D-4DC7-A68E-FD0161AE0817}" presName="spaceRect" presStyleCnt="0"/>
      <dgm:spPr/>
    </dgm:pt>
    <dgm:pt modelId="{82ECE39F-3A29-4ECB-B8C6-D04B7C2996A0}" type="pres">
      <dgm:prSet presAssocID="{450AF990-771D-4DC7-A68E-FD0161AE081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551381D-FAE2-46C7-8170-D18EC621ED55}" srcId="{80FFDB1E-E77F-4F1B-B6AE-7B36A29E25CA}" destId="{4F614759-2D5A-4F3D-92B9-FAC263204BD2}" srcOrd="0" destOrd="0" parTransId="{40DBC3EE-C484-4394-8102-E7647888E7C6}" sibTransId="{229B228A-AA67-408B-A862-9A2DEA9449AC}"/>
    <dgm:cxn modelId="{1165BC3E-E849-4FB1-96CE-2BA7A1E55C5D}" type="presOf" srcId="{4F614759-2D5A-4F3D-92B9-FAC263204BD2}" destId="{484EEF50-F64C-4D14-B1B6-53608B18F1B0}" srcOrd="0" destOrd="0" presId="urn:microsoft.com/office/officeart/2018/2/layout/IconVerticalSolidList"/>
    <dgm:cxn modelId="{46B81546-70C2-4AD2-AFE1-A4D517446D85}" srcId="{80FFDB1E-E77F-4F1B-B6AE-7B36A29E25CA}" destId="{450AF990-771D-4DC7-A68E-FD0161AE0817}" srcOrd="2" destOrd="0" parTransId="{9C95E2BC-94C1-40E5-916D-80F1FEF25F10}" sibTransId="{41860153-8461-4518-A8EA-AE039866318D}"/>
    <dgm:cxn modelId="{EC342868-45E5-40BA-992C-00261163FF58}" type="presOf" srcId="{80FFDB1E-E77F-4F1B-B6AE-7B36A29E25CA}" destId="{0A9CCD9C-B8A1-4FE2-A9A4-721CC65EC38D}" srcOrd="0" destOrd="0" presId="urn:microsoft.com/office/officeart/2018/2/layout/IconVerticalSolidList"/>
    <dgm:cxn modelId="{03840879-F4BA-40C4-A614-725070735A22}" type="presOf" srcId="{07451E50-D459-452F-BD7B-CC83F4E82DE6}" destId="{47173C8D-8DDC-4151-BD9A-A72F128E1C9E}" srcOrd="0" destOrd="0" presId="urn:microsoft.com/office/officeart/2018/2/layout/IconVerticalSolidList"/>
    <dgm:cxn modelId="{79367DF3-2826-4CAA-A75C-7AC876C31722}" srcId="{80FFDB1E-E77F-4F1B-B6AE-7B36A29E25CA}" destId="{07451E50-D459-452F-BD7B-CC83F4E82DE6}" srcOrd="1" destOrd="0" parTransId="{8773ADA8-3891-4261-A1D4-41B3A50B6372}" sibTransId="{3CFB6F5A-9A83-4516-A182-21C48996B55C}"/>
    <dgm:cxn modelId="{0857A6FB-038A-418B-82B5-F44EB19DC355}" type="presOf" srcId="{450AF990-771D-4DC7-A68E-FD0161AE0817}" destId="{82ECE39F-3A29-4ECB-B8C6-D04B7C2996A0}" srcOrd="0" destOrd="0" presId="urn:microsoft.com/office/officeart/2018/2/layout/IconVerticalSolidList"/>
    <dgm:cxn modelId="{C4E9FA4C-2131-4AF2-902D-4A057A6F8B1C}" type="presParOf" srcId="{0A9CCD9C-B8A1-4FE2-A9A4-721CC65EC38D}" destId="{B8AB1C9D-A448-4E29-B8B9-4F356F2870B7}" srcOrd="0" destOrd="0" presId="urn:microsoft.com/office/officeart/2018/2/layout/IconVerticalSolidList"/>
    <dgm:cxn modelId="{8A95C047-1A17-4682-9D63-5278AE3EB663}" type="presParOf" srcId="{B8AB1C9D-A448-4E29-B8B9-4F356F2870B7}" destId="{1DDD05A7-6134-4D7A-9256-4407A72E3A85}" srcOrd="0" destOrd="0" presId="urn:microsoft.com/office/officeart/2018/2/layout/IconVerticalSolidList"/>
    <dgm:cxn modelId="{3A7D69EF-3B61-40EE-A219-8BFAD5C00F27}" type="presParOf" srcId="{B8AB1C9D-A448-4E29-B8B9-4F356F2870B7}" destId="{BBA8011F-C8BA-4EEA-B602-26E2226848A3}" srcOrd="1" destOrd="0" presId="urn:microsoft.com/office/officeart/2018/2/layout/IconVerticalSolidList"/>
    <dgm:cxn modelId="{A7F7D319-6735-49E5-A202-18E86E0551CF}" type="presParOf" srcId="{B8AB1C9D-A448-4E29-B8B9-4F356F2870B7}" destId="{B597FFA5-1CE1-42F4-8EF6-120B9795C702}" srcOrd="2" destOrd="0" presId="urn:microsoft.com/office/officeart/2018/2/layout/IconVerticalSolidList"/>
    <dgm:cxn modelId="{E4575D91-D64C-491F-8248-5BD307AFE2FC}" type="presParOf" srcId="{B8AB1C9D-A448-4E29-B8B9-4F356F2870B7}" destId="{484EEF50-F64C-4D14-B1B6-53608B18F1B0}" srcOrd="3" destOrd="0" presId="urn:microsoft.com/office/officeart/2018/2/layout/IconVerticalSolidList"/>
    <dgm:cxn modelId="{FE4C37A5-63C9-4802-9DE4-10AFF4DA82D6}" type="presParOf" srcId="{0A9CCD9C-B8A1-4FE2-A9A4-721CC65EC38D}" destId="{0DEE8ECA-245F-45FE-B1A7-C783FB0AC7F8}" srcOrd="1" destOrd="0" presId="urn:microsoft.com/office/officeart/2018/2/layout/IconVerticalSolidList"/>
    <dgm:cxn modelId="{29F90871-C58F-4B3E-8FCC-ED4CEA7FFB30}" type="presParOf" srcId="{0A9CCD9C-B8A1-4FE2-A9A4-721CC65EC38D}" destId="{1783BF25-E6FD-40F4-BD93-4EA95DE78327}" srcOrd="2" destOrd="0" presId="urn:microsoft.com/office/officeart/2018/2/layout/IconVerticalSolidList"/>
    <dgm:cxn modelId="{6DC282BA-BDD8-4A9D-8498-3B9148E99A42}" type="presParOf" srcId="{1783BF25-E6FD-40F4-BD93-4EA95DE78327}" destId="{F5362235-587B-4E47-8EB4-BCBF0CDA5CDF}" srcOrd="0" destOrd="0" presId="urn:microsoft.com/office/officeart/2018/2/layout/IconVerticalSolidList"/>
    <dgm:cxn modelId="{CA80A8C5-046B-4F0B-B7E1-00EF0FEAA8EB}" type="presParOf" srcId="{1783BF25-E6FD-40F4-BD93-4EA95DE78327}" destId="{FE11F860-3185-4778-A858-17039A774D2E}" srcOrd="1" destOrd="0" presId="urn:microsoft.com/office/officeart/2018/2/layout/IconVerticalSolidList"/>
    <dgm:cxn modelId="{AD891B3D-AC7C-4202-B90D-153E231F2BB2}" type="presParOf" srcId="{1783BF25-E6FD-40F4-BD93-4EA95DE78327}" destId="{E54308B6-0D69-4BE4-91A2-AFCB5DB8E955}" srcOrd="2" destOrd="0" presId="urn:microsoft.com/office/officeart/2018/2/layout/IconVerticalSolidList"/>
    <dgm:cxn modelId="{338C8D58-B25D-41CB-B3B8-C82EED3CF337}" type="presParOf" srcId="{1783BF25-E6FD-40F4-BD93-4EA95DE78327}" destId="{47173C8D-8DDC-4151-BD9A-A72F128E1C9E}" srcOrd="3" destOrd="0" presId="urn:microsoft.com/office/officeart/2018/2/layout/IconVerticalSolidList"/>
    <dgm:cxn modelId="{FC7B7432-864A-4055-96A7-9B3BD76CB62F}" type="presParOf" srcId="{0A9CCD9C-B8A1-4FE2-A9A4-721CC65EC38D}" destId="{C2149981-1F11-442F-9994-68EFE2319932}" srcOrd="3" destOrd="0" presId="urn:microsoft.com/office/officeart/2018/2/layout/IconVerticalSolidList"/>
    <dgm:cxn modelId="{C74DFF00-BB94-4699-B91A-1AFC3ADBE8F7}" type="presParOf" srcId="{0A9CCD9C-B8A1-4FE2-A9A4-721CC65EC38D}" destId="{56AD89C1-3A3B-422A-B419-674C47532EA8}" srcOrd="4" destOrd="0" presId="urn:microsoft.com/office/officeart/2018/2/layout/IconVerticalSolidList"/>
    <dgm:cxn modelId="{B50034A5-273D-4E0B-8795-491A21D8D2C2}" type="presParOf" srcId="{56AD89C1-3A3B-422A-B419-674C47532EA8}" destId="{6CA2B09D-EDC3-463E-8A65-86643E6F9AF3}" srcOrd="0" destOrd="0" presId="urn:microsoft.com/office/officeart/2018/2/layout/IconVerticalSolidList"/>
    <dgm:cxn modelId="{2E4AF9D9-6802-475E-9940-A4799E77EE41}" type="presParOf" srcId="{56AD89C1-3A3B-422A-B419-674C47532EA8}" destId="{BA5B9F00-5246-4B5F-ACBD-CF4A7129E0E7}" srcOrd="1" destOrd="0" presId="urn:microsoft.com/office/officeart/2018/2/layout/IconVerticalSolidList"/>
    <dgm:cxn modelId="{5CED7B9F-EAB7-42D7-A783-D23F1CBFAD2C}" type="presParOf" srcId="{56AD89C1-3A3B-422A-B419-674C47532EA8}" destId="{E0D6E0D9-BB74-4E1A-87FB-1E1CA772D694}" srcOrd="2" destOrd="0" presId="urn:microsoft.com/office/officeart/2018/2/layout/IconVerticalSolidList"/>
    <dgm:cxn modelId="{A7065BA6-BA1C-4BFB-8CC8-8AC6469506CD}" type="presParOf" srcId="{56AD89C1-3A3B-422A-B419-674C47532EA8}" destId="{82ECE39F-3A29-4ECB-B8C6-D04B7C2996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8FB10A-F5CA-4464-98CF-C89593C4855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6298C9-0CFD-46F7-93C5-89CC2BA7098F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Controllers is central unit of any MVC framework. </a:t>
          </a:r>
          <a:endParaRPr lang="en-US"/>
        </a:p>
      </dgm:t>
    </dgm:pt>
    <dgm:pt modelId="{A0EC3C89-A568-4751-AE00-7BFC1D69E5D1}" type="parTrans" cxnId="{E8D040C9-759A-4188-8943-D8D17C04D3DC}">
      <dgm:prSet/>
      <dgm:spPr/>
      <dgm:t>
        <a:bodyPr/>
        <a:lstStyle/>
        <a:p>
          <a:endParaRPr lang="en-US"/>
        </a:p>
      </dgm:t>
    </dgm:pt>
    <dgm:pt modelId="{B99CCAB6-083C-47AA-A4FE-E4C10B870271}" type="sibTrans" cxnId="{E8D040C9-759A-4188-8943-D8D17C04D3DC}">
      <dgm:prSet/>
      <dgm:spPr/>
      <dgm:t>
        <a:bodyPr/>
        <a:lstStyle/>
        <a:p>
          <a:endParaRPr lang="en-US"/>
        </a:p>
      </dgm:t>
    </dgm:pt>
    <dgm:pt modelId="{C3FC4144-266E-4E10-AFDB-310F307D9C0B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It is also can be considered as a classes that organize logic of one or more routes together in one place. </a:t>
          </a:r>
          <a:endParaRPr lang="en-US"/>
        </a:p>
      </dgm:t>
    </dgm:pt>
    <dgm:pt modelId="{D1D22C36-B20A-448F-9DE4-6943252A5830}" type="parTrans" cxnId="{F4D866AC-D6CE-4845-8CEF-6DE36A14CFAD}">
      <dgm:prSet/>
      <dgm:spPr/>
      <dgm:t>
        <a:bodyPr/>
        <a:lstStyle/>
        <a:p>
          <a:endParaRPr lang="en-US"/>
        </a:p>
      </dgm:t>
    </dgm:pt>
    <dgm:pt modelId="{D88C4954-E17D-44E3-A999-6E3FA9A7E580}" type="sibTrans" cxnId="{F4D866AC-D6CE-4845-8CEF-6DE36A14CFAD}">
      <dgm:prSet/>
      <dgm:spPr/>
      <dgm:t>
        <a:bodyPr/>
        <a:lstStyle/>
        <a:p>
          <a:endParaRPr lang="en-US"/>
        </a:p>
      </dgm:t>
    </dgm:pt>
    <dgm:pt modelId="{09582563-4D41-4809-9176-38E18A3B84D6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Controllers group similar routes together especially when you work on CRUD (Create, Read, Update and Delete) format. </a:t>
          </a:r>
          <a:endParaRPr lang="en-US"/>
        </a:p>
      </dgm:t>
    </dgm:pt>
    <dgm:pt modelId="{BF12DE1D-8B25-47D7-99FC-F5CCBDAC87FD}" type="parTrans" cxnId="{17FA53A5-D44C-48D2-8E23-5489F0A99896}">
      <dgm:prSet/>
      <dgm:spPr/>
      <dgm:t>
        <a:bodyPr/>
        <a:lstStyle/>
        <a:p>
          <a:endParaRPr lang="en-US"/>
        </a:p>
      </dgm:t>
    </dgm:pt>
    <dgm:pt modelId="{6CDADAD3-EF5C-4FE4-9BA6-3516C5E236C6}" type="sibTrans" cxnId="{17FA53A5-D44C-48D2-8E23-5489F0A99896}">
      <dgm:prSet/>
      <dgm:spPr/>
      <dgm:t>
        <a:bodyPr/>
        <a:lstStyle/>
        <a:p>
          <a:endParaRPr lang="en-US"/>
        </a:p>
      </dgm:t>
    </dgm:pt>
    <dgm:pt modelId="{391BC870-15F9-4131-9032-7CEC95FA68EB}" type="pres">
      <dgm:prSet presAssocID="{0A8FB10A-F5CA-4464-98CF-C89593C48555}" presName="root" presStyleCnt="0">
        <dgm:presLayoutVars>
          <dgm:dir/>
          <dgm:resizeHandles val="exact"/>
        </dgm:presLayoutVars>
      </dgm:prSet>
      <dgm:spPr/>
    </dgm:pt>
    <dgm:pt modelId="{E60DA6A0-B60D-4E75-9335-FD46EDACD525}" type="pres">
      <dgm:prSet presAssocID="{466298C9-0CFD-46F7-93C5-89CC2BA7098F}" presName="compNode" presStyleCnt="0"/>
      <dgm:spPr/>
    </dgm:pt>
    <dgm:pt modelId="{04275DD6-7E85-4D64-A534-2550CAC45270}" type="pres">
      <dgm:prSet presAssocID="{466298C9-0CFD-46F7-93C5-89CC2BA7098F}" presName="bgRect" presStyleLbl="bgShp" presStyleIdx="0" presStyleCnt="3"/>
      <dgm:spPr/>
    </dgm:pt>
    <dgm:pt modelId="{DA1FDDB5-A3F4-48E9-9C91-3564AD9DD5D4}" type="pres">
      <dgm:prSet presAssocID="{466298C9-0CFD-46F7-93C5-89CC2BA709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03F37C5-9334-4B5E-9914-D634ABBC5A14}" type="pres">
      <dgm:prSet presAssocID="{466298C9-0CFD-46F7-93C5-89CC2BA7098F}" presName="spaceRect" presStyleCnt="0"/>
      <dgm:spPr/>
    </dgm:pt>
    <dgm:pt modelId="{5FE7755B-5F40-4585-AC91-CAB8186700D3}" type="pres">
      <dgm:prSet presAssocID="{466298C9-0CFD-46F7-93C5-89CC2BA7098F}" presName="parTx" presStyleLbl="revTx" presStyleIdx="0" presStyleCnt="3">
        <dgm:presLayoutVars>
          <dgm:chMax val="0"/>
          <dgm:chPref val="0"/>
        </dgm:presLayoutVars>
      </dgm:prSet>
      <dgm:spPr/>
    </dgm:pt>
    <dgm:pt modelId="{26DB9ABD-0125-4D16-96CC-D0D75A3C16D1}" type="pres">
      <dgm:prSet presAssocID="{B99CCAB6-083C-47AA-A4FE-E4C10B870271}" presName="sibTrans" presStyleCnt="0"/>
      <dgm:spPr/>
    </dgm:pt>
    <dgm:pt modelId="{3F529286-416E-4499-9310-E53FEEF62B1D}" type="pres">
      <dgm:prSet presAssocID="{C3FC4144-266E-4E10-AFDB-310F307D9C0B}" presName="compNode" presStyleCnt="0"/>
      <dgm:spPr/>
    </dgm:pt>
    <dgm:pt modelId="{CF27F0E7-392D-40B5-B98C-6730A325D396}" type="pres">
      <dgm:prSet presAssocID="{C3FC4144-266E-4E10-AFDB-310F307D9C0B}" presName="bgRect" presStyleLbl="bgShp" presStyleIdx="1" presStyleCnt="3"/>
      <dgm:spPr/>
    </dgm:pt>
    <dgm:pt modelId="{CC906310-4C69-4AA6-9505-8FEDCFD52919}" type="pres">
      <dgm:prSet presAssocID="{C3FC4144-266E-4E10-AFDB-310F307D9C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20CAACB-D548-462C-BACC-4AA6340B786E}" type="pres">
      <dgm:prSet presAssocID="{C3FC4144-266E-4E10-AFDB-310F307D9C0B}" presName="spaceRect" presStyleCnt="0"/>
      <dgm:spPr/>
    </dgm:pt>
    <dgm:pt modelId="{21237D18-7CB0-4A33-A4A4-7C6E709C7C8D}" type="pres">
      <dgm:prSet presAssocID="{C3FC4144-266E-4E10-AFDB-310F307D9C0B}" presName="parTx" presStyleLbl="revTx" presStyleIdx="1" presStyleCnt="3">
        <dgm:presLayoutVars>
          <dgm:chMax val="0"/>
          <dgm:chPref val="0"/>
        </dgm:presLayoutVars>
      </dgm:prSet>
      <dgm:spPr/>
    </dgm:pt>
    <dgm:pt modelId="{245B8E0A-3665-4E54-BA6F-14B736DB25EE}" type="pres">
      <dgm:prSet presAssocID="{D88C4954-E17D-44E3-A999-6E3FA9A7E580}" presName="sibTrans" presStyleCnt="0"/>
      <dgm:spPr/>
    </dgm:pt>
    <dgm:pt modelId="{A3F9F712-67AF-4B4B-998A-397F364086A3}" type="pres">
      <dgm:prSet presAssocID="{09582563-4D41-4809-9176-38E18A3B84D6}" presName="compNode" presStyleCnt="0"/>
      <dgm:spPr/>
    </dgm:pt>
    <dgm:pt modelId="{A8CE2524-0170-49B4-8C50-097984DC0DAC}" type="pres">
      <dgm:prSet presAssocID="{09582563-4D41-4809-9176-38E18A3B84D6}" presName="bgRect" presStyleLbl="bgShp" presStyleIdx="2" presStyleCnt="3"/>
      <dgm:spPr/>
    </dgm:pt>
    <dgm:pt modelId="{F057EBA7-EE1C-4676-AD34-2D99AE4D9690}" type="pres">
      <dgm:prSet presAssocID="{09582563-4D41-4809-9176-38E18A3B84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CB6333-04F1-4523-86A7-2F1A73DEC9CF}" type="pres">
      <dgm:prSet presAssocID="{09582563-4D41-4809-9176-38E18A3B84D6}" presName="spaceRect" presStyleCnt="0"/>
      <dgm:spPr/>
    </dgm:pt>
    <dgm:pt modelId="{D8A967CB-C7CA-4937-9684-B361B151024C}" type="pres">
      <dgm:prSet presAssocID="{09582563-4D41-4809-9176-38E18A3B84D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C76248-8861-4D6F-9611-893DA52634C1}" type="presOf" srcId="{C3FC4144-266E-4E10-AFDB-310F307D9C0B}" destId="{21237D18-7CB0-4A33-A4A4-7C6E709C7C8D}" srcOrd="0" destOrd="0" presId="urn:microsoft.com/office/officeart/2018/2/layout/IconVerticalSolidList"/>
    <dgm:cxn modelId="{1E4E2E4E-3471-4C60-8547-AA8AB952ED53}" type="presOf" srcId="{466298C9-0CFD-46F7-93C5-89CC2BA7098F}" destId="{5FE7755B-5F40-4585-AC91-CAB8186700D3}" srcOrd="0" destOrd="0" presId="urn:microsoft.com/office/officeart/2018/2/layout/IconVerticalSolidList"/>
    <dgm:cxn modelId="{AC0B876D-F230-4CF2-831D-D2367B72D982}" type="presOf" srcId="{0A8FB10A-F5CA-4464-98CF-C89593C48555}" destId="{391BC870-15F9-4131-9032-7CEC95FA68EB}" srcOrd="0" destOrd="0" presId="urn:microsoft.com/office/officeart/2018/2/layout/IconVerticalSolidList"/>
    <dgm:cxn modelId="{D30D767F-F1CC-469C-94F9-2C8232D01156}" type="presOf" srcId="{09582563-4D41-4809-9176-38E18A3B84D6}" destId="{D8A967CB-C7CA-4937-9684-B361B151024C}" srcOrd="0" destOrd="0" presId="urn:microsoft.com/office/officeart/2018/2/layout/IconVerticalSolidList"/>
    <dgm:cxn modelId="{17FA53A5-D44C-48D2-8E23-5489F0A99896}" srcId="{0A8FB10A-F5CA-4464-98CF-C89593C48555}" destId="{09582563-4D41-4809-9176-38E18A3B84D6}" srcOrd="2" destOrd="0" parTransId="{BF12DE1D-8B25-47D7-99FC-F5CCBDAC87FD}" sibTransId="{6CDADAD3-EF5C-4FE4-9BA6-3516C5E236C6}"/>
    <dgm:cxn modelId="{F4D866AC-D6CE-4845-8CEF-6DE36A14CFAD}" srcId="{0A8FB10A-F5CA-4464-98CF-C89593C48555}" destId="{C3FC4144-266E-4E10-AFDB-310F307D9C0B}" srcOrd="1" destOrd="0" parTransId="{D1D22C36-B20A-448F-9DE4-6943252A5830}" sibTransId="{D88C4954-E17D-44E3-A999-6E3FA9A7E580}"/>
    <dgm:cxn modelId="{E8D040C9-759A-4188-8943-D8D17C04D3DC}" srcId="{0A8FB10A-F5CA-4464-98CF-C89593C48555}" destId="{466298C9-0CFD-46F7-93C5-89CC2BA7098F}" srcOrd="0" destOrd="0" parTransId="{A0EC3C89-A568-4751-AE00-7BFC1D69E5D1}" sibTransId="{B99CCAB6-083C-47AA-A4FE-E4C10B870271}"/>
    <dgm:cxn modelId="{228F20BC-AD6A-4348-B117-B6BA48B426A1}" type="presParOf" srcId="{391BC870-15F9-4131-9032-7CEC95FA68EB}" destId="{E60DA6A0-B60D-4E75-9335-FD46EDACD525}" srcOrd="0" destOrd="0" presId="urn:microsoft.com/office/officeart/2018/2/layout/IconVerticalSolidList"/>
    <dgm:cxn modelId="{580A4F7F-BF49-472B-9915-928A18F4536D}" type="presParOf" srcId="{E60DA6A0-B60D-4E75-9335-FD46EDACD525}" destId="{04275DD6-7E85-4D64-A534-2550CAC45270}" srcOrd="0" destOrd="0" presId="urn:microsoft.com/office/officeart/2018/2/layout/IconVerticalSolidList"/>
    <dgm:cxn modelId="{F220AC76-5518-43B0-BB60-E20510BB8636}" type="presParOf" srcId="{E60DA6A0-B60D-4E75-9335-FD46EDACD525}" destId="{DA1FDDB5-A3F4-48E9-9C91-3564AD9DD5D4}" srcOrd="1" destOrd="0" presId="urn:microsoft.com/office/officeart/2018/2/layout/IconVerticalSolidList"/>
    <dgm:cxn modelId="{F69E9143-6AA4-4152-A0BF-D4B1392DC837}" type="presParOf" srcId="{E60DA6A0-B60D-4E75-9335-FD46EDACD525}" destId="{003F37C5-9334-4B5E-9914-D634ABBC5A14}" srcOrd="2" destOrd="0" presId="urn:microsoft.com/office/officeart/2018/2/layout/IconVerticalSolidList"/>
    <dgm:cxn modelId="{25274AE7-886F-4F22-A12B-D4B6E00048E8}" type="presParOf" srcId="{E60DA6A0-B60D-4E75-9335-FD46EDACD525}" destId="{5FE7755B-5F40-4585-AC91-CAB8186700D3}" srcOrd="3" destOrd="0" presId="urn:microsoft.com/office/officeart/2018/2/layout/IconVerticalSolidList"/>
    <dgm:cxn modelId="{EA4BDCF3-DF0A-4BA1-9FB7-70B2D1B68BC2}" type="presParOf" srcId="{391BC870-15F9-4131-9032-7CEC95FA68EB}" destId="{26DB9ABD-0125-4D16-96CC-D0D75A3C16D1}" srcOrd="1" destOrd="0" presId="urn:microsoft.com/office/officeart/2018/2/layout/IconVerticalSolidList"/>
    <dgm:cxn modelId="{E035D2AA-6433-4F0D-99A1-7B8941423EC0}" type="presParOf" srcId="{391BC870-15F9-4131-9032-7CEC95FA68EB}" destId="{3F529286-416E-4499-9310-E53FEEF62B1D}" srcOrd="2" destOrd="0" presId="urn:microsoft.com/office/officeart/2018/2/layout/IconVerticalSolidList"/>
    <dgm:cxn modelId="{3409D36B-757B-4257-AF2F-76E08C6BAC99}" type="presParOf" srcId="{3F529286-416E-4499-9310-E53FEEF62B1D}" destId="{CF27F0E7-392D-40B5-B98C-6730A325D396}" srcOrd="0" destOrd="0" presId="urn:microsoft.com/office/officeart/2018/2/layout/IconVerticalSolidList"/>
    <dgm:cxn modelId="{F5832141-932A-4B24-B1FD-32444FCF5F9E}" type="presParOf" srcId="{3F529286-416E-4499-9310-E53FEEF62B1D}" destId="{CC906310-4C69-4AA6-9505-8FEDCFD52919}" srcOrd="1" destOrd="0" presId="urn:microsoft.com/office/officeart/2018/2/layout/IconVerticalSolidList"/>
    <dgm:cxn modelId="{5FE5960D-2477-47FD-A45D-EE641421D226}" type="presParOf" srcId="{3F529286-416E-4499-9310-E53FEEF62B1D}" destId="{920CAACB-D548-462C-BACC-4AA6340B786E}" srcOrd="2" destOrd="0" presId="urn:microsoft.com/office/officeart/2018/2/layout/IconVerticalSolidList"/>
    <dgm:cxn modelId="{7B6272F2-BD7D-48C3-9D30-D05E4CA68546}" type="presParOf" srcId="{3F529286-416E-4499-9310-E53FEEF62B1D}" destId="{21237D18-7CB0-4A33-A4A4-7C6E709C7C8D}" srcOrd="3" destOrd="0" presId="urn:microsoft.com/office/officeart/2018/2/layout/IconVerticalSolidList"/>
    <dgm:cxn modelId="{F7FC475A-742C-4AD9-8593-9CCA3DD33FEB}" type="presParOf" srcId="{391BC870-15F9-4131-9032-7CEC95FA68EB}" destId="{245B8E0A-3665-4E54-BA6F-14B736DB25EE}" srcOrd="3" destOrd="0" presId="urn:microsoft.com/office/officeart/2018/2/layout/IconVerticalSolidList"/>
    <dgm:cxn modelId="{5D645531-1126-402F-A2BE-322DF8B00667}" type="presParOf" srcId="{391BC870-15F9-4131-9032-7CEC95FA68EB}" destId="{A3F9F712-67AF-4B4B-998A-397F364086A3}" srcOrd="4" destOrd="0" presId="urn:microsoft.com/office/officeart/2018/2/layout/IconVerticalSolidList"/>
    <dgm:cxn modelId="{5CBF5972-4ECC-434B-A37D-8B23D61DB3E3}" type="presParOf" srcId="{A3F9F712-67AF-4B4B-998A-397F364086A3}" destId="{A8CE2524-0170-49B4-8C50-097984DC0DAC}" srcOrd="0" destOrd="0" presId="urn:microsoft.com/office/officeart/2018/2/layout/IconVerticalSolidList"/>
    <dgm:cxn modelId="{6C2976ED-DFE3-4C68-8B99-09A0D5B3482D}" type="presParOf" srcId="{A3F9F712-67AF-4B4B-998A-397F364086A3}" destId="{F057EBA7-EE1C-4676-AD34-2D99AE4D9690}" srcOrd="1" destOrd="0" presId="urn:microsoft.com/office/officeart/2018/2/layout/IconVerticalSolidList"/>
    <dgm:cxn modelId="{8626B7F3-93E7-4959-B33C-EDDBC8567514}" type="presParOf" srcId="{A3F9F712-67AF-4B4B-998A-397F364086A3}" destId="{25CB6333-04F1-4523-86A7-2F1A73DEC9CF}" srcOrd="2" destOrd="0" presId="urn:microsoft.com/office/officeart/2018/2/layout/IconVerticalSolidList"/>
    <dgm:cxn modelId="{E416B96A-1673-4715-BFE0-FD8F52B494DB}" type="presParOf" srcId="{A3F9F712-67AF-4B4B-998A-397F364086A3}" destId="{D8A967CB-C7CA-4937-9684-B361B151024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458BDA-3B74-4C18-988E-9BD5EF2EE3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2D6D04-3352-41BB-81A3-DCD9D3B2D899}">
      <dgm:prSet/>
      <dgm:spPr/>
      <dgm:t>
        <a:bodyPr/>
        <a:lstStyle/>
        <a:p>
          <a:r>
            <a:rPr lang="en-MY" dirty="0"/>
            <a:t>Create a controller manually (by right click, not advisable)</a:t>
          </a:r>
          <a:endParaRPr lang="en-US" dirty="0"/>
        </a:p>
      </dgm:t>
    </dgm:pt>
    <dgm:pt modelId="{DD8E88C2-1CBA-475F-8A62-03756F4EC6B8}" type="parTrans" cxnId="{AA71037D-56CA-47E0-91D0-E8BC8ED63CF0}">
      <dgm:prSet/>
      <dgm:spPr/>
      <dgm:t>
        <a:bodyPr/>
        <a:lstStyle/>
        <a:p>
          <a:endParaRPr lang="en-US"/>
        </a:p>
      </dgm:t>
    </dgm:pt>
    <dgm:pt modelId="{43FC01B5-068A-48A9-AE2F-543486F6B584}" type="sibTrans" cxnId="{AA71037D-56CA-47E0-91D0-E8BC8ED63CF0}">
      <dgm:prSet/>
      <dgm:spPr/>
      <dgm:t>
        <a:bodyPr/>
        <a:lstStyle/>
        <a:p>
          <a:endParaRPr lang="en-US"/>
        </a:p>
      </dgm:t>
    </dgm:pt>
    <dgm:pt modelId="{76F96200-B386-4F21-8909-B567B4BEDA52}">
      <dgm:prSet/>
      <dgm:spPr/>
      <dgm:t>
        <a:bodyPr/>
        <a:lstStyle/>
        <a:p>
          <a:r>
            <a:rPr lang="en-MY"/>
            <a:t>Create a controller using PHP artisan </a:t>
          </a:r>
          <a:endParaRPr lang="en-US"/>
        </a:p>
      </dgm:t>
    </dgm:pt>
    <dgm:pt modelId="{15173C67-7D0B-477A-A569-B47A403D2092}" type="parTrans" cxnId="{466E299C-5AA1-4EB0-9076-B0321A51C413}">
      <dgm:prSet/>
      <dgm:spPr/>
      <dgm:t>
        <a:bodyPr/>
        <a:lstStyle/>
        <a:p>
          <a:endParaRPr lang="en-US"/>
        </a:p>
      </dgm:t>
    </dgm:pt>
    <dgm:pt modelId="{D31E7D7C-6CBD-4C1F-BE9F-03B88F33CD1C}" type="sibTrans" cxnId="{466E299C-5AA1-4EB0-9076-B0321A51C413}">
      <dgm:prSet/>
      <dgm:spPr/>
      <dgm:t>
        <a:bodyPr/>
        <a:lstStyle/>
        <a:p>
          <a:endParaRPr lang="en-US"/>
        </a:p>
      </dgm:t>
    </dgm:pt>
    <dgm:pt modelId="{356EC5C9-E27B-46F6-9771-27B600EA6091}">
      <dgm:prSet/>
      <dgm:spPr/>
      <dgm:t>
        <a:bodyPr/>
        <a:lstStyle/>
        <a:p>
          <a:r>
            <a:rPr lang="en-MY" i="1"/>
            <a:t>php artisan make:controller UserController</a:t>
          </a:r>
          <a:endParaRPr lang="en-US"/>
        </a:p>
      </dgm:t>
    </dgm:pt>
    <dgm:pt modelId="{2D559BB8-F306-466B-A7D8-397D6ED93EE3}" type="parTrans" cxnId="{0A8DE8E0-A0BF-4302-B332-B88FF3516249}">
      <dgm:prSet/>
      <dgm:spPr/>
      <dgm:t>
        <a:bodyPr/>
        <a:lstStyle/>
        <a:p>
          <a:endParaRPr lang="en-US"/>
        </a:p>
      </dgm:t>
    </dgm:pt>
    <dgm:pt modelId="{F759B5B2-60BF-4A48-A1F9-4B66FDFC099C}" type="sibTrans" cxnId="{0A8DE8E0-A0BF-4302-B332-B88FF3516249}">
      <dgm:prSet/>
      <dgm:spPr/>
      <dgm:t>
        <a:bodyPr/>
        <a:lstStyle/>
        <a:p>
          <a:endParaRPr lang="en-US"/>
        </a:p>
      </dgm:t>
    </dgm:pt>
    <dgm:pt modelId="{61A66858-FB03-5F43-8991-5D407113D90D}" type="pres">
      <dgm:prSet presAssocID="{69458BDA-3B74-4C18-988E-9BD5EF2EE3CC}" presName="linear" presStyleCnt="0">
        <dgm:presLayoutVars>
          <dgm:animLvl val="lvl"/>
          <dgm:resizeHandles val="exact"/>
        </dgm:presLayoutVars>
      </dgm:prSet>
      <dgm:spPr/>
    </dgm:pt>
    <dgm:pt modelId="{864DD602-04EB-4B49-9A5B-ED6E74B92800}" type="pres">
      <dgm:prSet presAssocID="{F92D6D04-3352-41BB-81A3-DCD9D3B2D8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9C1124D-0E74-124A-9A8B-E4C96B103BDD}" type="pres">
      <dgm:prSet presAssocID="{43FC01B5-068A-48A9-AE2F-543486F6B584}" presName="spacer" presStyleCnt="0"/>
      <dgm:spPr/>
    </dgm:pt>
    <dgm:pt modelId="{45441051-37E3-D147-A8C7-D3B7D1075A11}" type="pres">
      <dgm:prSet presAssocID="{76F96200-B386-4F21-8909-B567B4BEDA5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66D8B2-C27A-A34B-80F7-F01E66E2FB1B}" type="pres">
      <dgm:prSet presAssocID="{D31E7D7C-6CBD-4C1F-BE9F-03B88F33CD1C}" presName="spacer" presStyleCnt="0"/>
      <dgm:spPr/>
    </dgm:pt>
    <dgm:pt modelId="{0A2BB276-6F01-F041-802C-6C9EF979B337}" type="pres">
      <dgm:prSet presAssocID="{356EC5C9-E27B-46F6-9771-27B600EA609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D095537-BFD4-DD47-860C-BA194CD772E5}" type="presOf" srcId="{76F96200-B386-4F21-8909-B567B4BEDA52}" destId="{45441051-37E3-D147-A8C7-D3B7D1075A11}" srcOrd="0" destOrd="0" presId="urn:microsoft.com/office/officeart/2005/8/layout/vList2"/>
    <dgm:cxn modelId="{8A1F1967-6527-F344-80DC-55A67C0ABB48}" type="presOf" srcId="{69458BDA-3B74-4C18-988E-9BD5EF2EE3CC}" destId="{61A66858-FB03-5F43-8991-5D407113D90D}" srcOrd="0" destOrd="0" presId="urn:microsoft.com/office/officeart/2005/8/layout/vList2"/>
    <dgm:cxn modelId="{FCB4F472-9957-564F-8E2F-E638C08153BF}" type="presOf" srcId="{356EC5C9-E27B-46F6-9771-27B600EA6091}" destId="{0A2BB276-6F01-F041-802C-6C9EF979B337}" srcOrd="0" destOrd="0" presId="urn:microsoft.com/office/officeart/2005/8/layout/vList2"/>
    <dgm:cxn modelId="{AA71037D-56CA-47E0-91D0-E8BC8ED63CF0}" srcId="{69458BDA-3B74-4C18-988E-9BD5EF2EE3CC}" destId="{F92D6D04-3352-41BB-81A3-DCD9D3B2D899}" srcOrd="0" destOrd="0" parTransId="{DD8E88C2-1CBA-475F-8A62-03756F4EC6B8}" sibTransId="{43FC01B5-068A-48A9-AE2F-543486F6B584}"/>
    <dgm:cxn modelId="{466E299C-5AA1-4EB0-9076-B0321A51C413}" srcId="{69458BDA-3B74-4C18-988E-9BD5EF2EE3CC}" destId="{76F96200-B386-4F21-8909-B567B4BEDA52}" srcOrd="1" destOrd="0" parTransId="{15173C67-7D0B-477A-A569-B47A403D2092}" sibTransId="{D31E7D7C-6CBD-4C1F-BE9F-03B88F33CD1C}"/>
    <dgm:cxn modelId="{A9915FA9-7437-C443-B56F-9B6B6B8BFB29}" type="presOf" srcId="{F92D6D04-3352-41BB-81A3-DCD9D3B2D899}" destId="{864DD602-04EB-4B49-9A5B-ED6E74B92800}" srcOrd="0" destOrd="0" presId="urn:microsoft.com/office/officeart/2005/8/layout/vList2"/>
    <dgm:cxn modelId="{0A8DE8E0-A0BF-4302-B332-B88FF3516249}" srcId="{69458BDA-3B74-4C18-988E-9BD5EF2EE3CC}" destId="{356EC5C9-E27B-46F6-9771-27B600EA6091}" srcOrd="2" destOrd="0" parTransId="{2D559BB8-F306-466B-A7D8-397D6ED93EE3}" sibTransId="{F759B5B2-60BF-4A48-A1F9-4B66FDFC099C}"/>
    <dgm:cxn modelId="{0D1355E0-D8F4-F049-950B-54B18775F7DF}" type="presParOf" srcId="{61A66858-FB03-5F43-8991-5D407113D90D}" destId="{864DD602-04EB-4B49-9A5B-ED6E74B92800}" srcOrd="0" destOrd="0" presId="urn:microsoft.com/office/officeart/2005/8/layout/vList2"/>
    <dgm:cxn modelId="{704F7699-7E13-7443-AF76-938271C5FBAF}" type="presParOf" srcId="{61A66858-FB03-5F43-8991-5D407113D90D}" destId="{B9C1124D-0E74-124A-9A8B-E4C96B103BDD}" srcOrd="1" destOrd="0" presId="urn:microsoft.com/office/officeart/2005/8/layout/vList2"/>
    <dgm:cxn modelId="{51CE4764-84CE-4B47-9AE7-49782F91F257}" type="presParOf" srcId="{61A66858-FB03-5F43-8991-5D407113D90D}" destId="{45441051-37E3-D147-A8C7-D3B7D1075A11}" srcOrd="2" destOrd="0" presId="urn:microsoft.com/office/officeart/2005/8/layout/vList2"/>
    <dgm:cxn modelId="{93A8176A-7076-DC46-9348-75CFDAB82061}" type="presParOf" srcId="{61A66858-FB03-5F43-8991-5D407113D90D}" destId="{8E66D8B2-C27A-A34B-80F7-F01E66E2FB1B}" srcOrd="3" destOrd="0" presId="urn:microsoft.com/office/officeart/2005/8/layout/vList2"/>
    <dgm:cxn modelId="{5191B6F0-E76C-F04E-AC94-170B904560CA}" type="presParOf" srcId="{61A66858-FB03-5F43-8991-5D407113D90D}" destId="{0A2BB276-6F01-F041-802C-6C9EF979B33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5181B3-C09C-476F-A930-B29D99AC764E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42E87A-57DC-4F58-B65F-FD73A5503118}">
      <dgm:prSet/>
      <dgm:spPr/>
      <dgm:t>
        <a:bodyPr/>
        <a:lstStyle/>
        <a:p>
          <a:r>
            <a:rPr lang="en-MY"/>
            <a:t>It is a generator that allows developer to predefine Laravel route definition and bind entire resource controller at once </a:t>
          </a:r>
          <a:endParaRPr lang="en-US"/>
        </a:p>
      </dgm:t>
    </dgm:pt>
    <dgm:pt modelId="{9917236C-0291-4EF4-84F7-7DF4EF245845}" type="parTrans" cxnId="{0F990180-A46C-4E3E-AD25-6150E64F06EC}">
      <dgm:prSet/>
      <dgm:spPr/>
      <dgm:t>
        <a:bodyPr/>
        <a:lstStyle/>
        <a:p>
          <a:endParaRPr lang="en-US"/>
        </a:p>
      </dgm:t>
    </dgm:pt>
    <dgm:pt modelId="{4B35DEA9-0579-4532-A26A-1B92D7F2D232}" type="sibTrans" cxnId="{0F990180-A46C-4E3E-AD25-6150E64F06EC}">
      <dgm:prSet/>
      <dgm:spPr/>
      <dgm:t>
        <a:bodyPr/>
        <a:lstStyle/>
        <a:p>
          <a:endParaRPr lang="en-US"/>
        </a:p>
      </dgm:t>
    </dgm:pt>
    <dgm:pt modelId="{8FFE768E-7263-4B33-B4EB-8BE5A977FBAE}">
      <dgm:prSet/>
      <dgm:spPr/>
      <dgm:t>
        <a:bodyPr/>
        <a:lstStyle/>
        <a:p>
          <a:r>
            <a:rPr lang="en-MY"/>
            <a:t>php artisan make:controller myController --resource </a:t>
          </a:r>
          <a:endParaRPr lang="en-US"/>
        </a:p>
      </dgm:t>
    </dgm:pt>
    <dgm:pt modelId="{B108A0EF-73EC-4315-A546-687FF8009E9D}" type="parTrans" cxnId="{3C0938F7-6A7B-46A1-BE7E-54C962E33720}">
      <dgm:prSet/>
      <dgm:spPr/>
      <dgm:t>
        <a:bodyPr/>
        <a:lstStyle/>
        <a:p>
          <a:endParaRPr lang="en-US"/>
        </a:p>
      </dgm:t>
    </dgm:pt>
    <dgm:pt modelId="{12846784-33CB-47DB-AC11-EA8291DDBC00}" type="sibTrans" cxnId="{3C0938F7-6A7B-46A1-BE7E-54C962E33720}">
      <dgm:prSet/>
      <dgm:spPr/>
      <dgm:t>
        <a:bodyPr/>
        <a:lstStyle/>
        <a:p>
          <a:endParaRPr lang="en-US"/>
        </a:p>
      </dgm:t>
    </dgm:pt>
    <dgm:pt modelId="{E504F72B-A2D0-A444-9932-EB6CA1336F72}" type="pres">
      <dgm:prSet presAssocID="{705181B3-C09C-476F-A930-B29D99AC764E}" presName="Name0" presStyleCnt="0">
        <dgm:presLayoutVars>
          <dgm:dir/>
          <dgm:animLvl val="lvl"/>
          <dgm:resizeHandles val="exact"/>
        </dgm:presLayoutVars>
      </dgm:prSet>
      <dgm:spPr/>
    </dgm:pt>
    <dgm:pt modelId="{81BAB67B-5544-0E46-BF62-A3AC55E4C440}" type="pres">
      <dgm:prSet presAssocID="{8FFE768E-7263-4B33-B4EB-8BE5A977FBAE}" presName="boxAndChildren" presStyleCnt="0"/>
      <dgm:spPr/>
    </dgm:pt>
    <dgm:pt modelId="{0AEADB5E-1222-8646-A379-162F39B88A1D}" type="pres">
      <dgm:prSet presAssocID="{8FFE768E-7263-4B33-B4EB-8BE5A977FBAE}" presName="parentTextBox" presStyleLbl="node1" presStyleIdx="0" presStyleCnt="2"/>
      <dgm:spPr/>
    </dgm:pt>
    <dgm:pt modelId="{94D45D8A-FF04-B34F-9FCC-7726B40222DC}" type="pres">
      <dgm:prSet presAssocID="{4B35DEA9-0579-4532-A26A-1B92D7F2D232}" presName="sp" presStyleCnt="0"/>
      <dgm:spPr/>
    </dgm:pt>
    <dgm:pt modelId="{43F4675D-240F-E044-ACD2-8A6A6290D218}" type="pres">
      <dgm:prSet presAssocID="{0B42E87A-57DC-4F58-B65F-FD73A5503118}" presName="arrowAndChildren" presStyleCnt="0"/>
      <dgm:spPr/>
    </dgm:pt>
    <dgm:pt modelId="{6348A0BB-0063-D040-9B20-FF02D72C6C3F}" type="pres">
      <dgm:prSet presAssocID="{0B42E87A-57DC-4F58-B65F-FD73A5503118}" presName="parentTextArrow" presStyleLbl="node1" presStyleIdx="1" presStyleCnt="2"/>
      <dgm:spPr/>
    </dgm:pt>
  </dgm:ptLst>
  <dgm:cxnLst>
    <dgm:cxn modelId="{43A5807E-E773-894E-BA6E-6DA694B403BD}" type="presOf" srcId="{705181B3-C09C-476F-A930-B29D99AC764E}" destId="{E504F72B-A2D0-A444-9932-EB6CA1336F72}" srcOrd="0" destOrd="0" presId="urn:microsoft.com/office/officeart/2005/8/layout/process4"/>
    <dgm:cxn modelId="{0F990180-A46C-4E3E-AD25-6150E64F06EC}" srcId="{705181B3-C09C-476F-A930-B29D99AC764E}" destId="{0B42E87A-57DC-4F58-B65F-FD73A5503118}" srcOrd="0" destOrd="0" parTransId="{9917236C-0291-4EF4-84F7-7DF4EF245845}" sibTransId="{4B35DEA9-0579-4532-A26A-1B92D7F2D232}"/>
    <dgm:cxn modelId="{D27E7882-6D38-9C44-9207-A6EDF49C1028}" type="presOf" srcId="{8FFE768E-7263-4B33-B4EB-8BE5A977FBAE}" destId="{0AEADB5E-1222-8646-A379-162F39B88A1D}" srcOrd="0" destOrd="0" presId="urn:microsoft.com/office/officeart/2005/8/layout/process4"/>
    <dgm:cxn modelId="{2CE1C49D-3F73-A24C-A3FC-944E679BFF09}" type="presOf" srcId="{0B42E87A-57DC-4F58-B65F-FD73A5503118}" destId="{6348A0BB-0063-D040-9B20-FF02D72C6C3F}" srcOrd="0" destOrd="0" presId="urn:microsoft.com/office/officeart/2005/8/layout/process4"/>
    <dgm:cxn modelId="{3C0938F7-6A7B-46A1-BE7E-54C962E33720}" srcId="{705181B3-C09C-476F-A930-B29D99AC764E}" destId="{8FFE768E-7263-4B33-B4EB-8BE5A977FBAE}" srcOrd="1" destOrd="0" parTransId="{B108A0EF-73EC-4315-A546-687FF8009E9D}" sibTransId="{12846784-33CB-47DB-AC11-EA8291DDBC00}"/>
    <dgm:cxn modelId="{6CF60F16-FFB1-EA41-93D8-B31213DA0538}" type="presParOf" srcId="{E504F72B-A2D0-A444-9932-EB6CA1336F72}" destId="{81BAB67B-5544-0E46-BF62-A3AC55E4C440}" srcOrd="0" destOrd="0" presId="urn:microsoft.com/office/officeart/2005/8/layout/process4"/>
    <dgm:cxn modelId="{FFC7764A-E3E4-9F4C-AF9F-96811C71E2E0}" type="presParOf" srcId="{81BAB67B-5544-0E46-BF62-A3AC55E4C440}" destId="{0AEADB5E-1222-8646-A379-162F39B88A1D}" srcOrd="0" destOrd="0" presId="urn:microsoft.com/office/officeart/2005/8/layout/process4"/>
    <dgm:cxn modelId="{57580DD2-686B-B743-9DD0-FAA2F9636F5B}" type="presParOf" srcId="{E504F72B-A2D0-A444-9932-EB6CA1336F72}" destId="{94D45D8A-FF04-B34F-9FCC-7726B40222DC}" srcOrd="1" destOrd="0" presId="urn:microsoft.com/office/officeart/2005/8/layout/process4"/>
    <dgm:cxn modelId="{6AD25D51-D3B9-A24F-8E2C-1BCF8C5E9E39}" type="presParOf" srcId="{E504F72B-A2D0-A444-9932-EB6CA1336F72}" destId="{43F4675D-240F-E044-ACD2-8A6A6290D218}" srcOrd="2" destOrd="0" presId="urn:microsoft.com/office/officeart/2005/8/layout/process4"/>
    <dgm:cxn modelId="{2BBA3695-E15A-A34A-840C-55D5C1A13C25}" type="presParOf" srcId="{43F4675D-240F-E044-ACD2-8A6A6290D218}" destId="{6348A0BB-0063-D040-9B20-FF02D72C6C3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0BCE5F-6658-4669-9F40-D2E021CC30F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5D03B9-F229-4CB1-B5C4-1AE76B7935D1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index() – show all data. </a:t>
          </a:r>
          <a:endParaRPr lang="en-US" dirty="0"/>
        </a:p>
      </dgm:t>
    </dgm:pt>
    <dgm:pt modelId="{4F197D62-CA45-4854-B8D2-48B280CEACB3}" type="parTrans" cxnId="{DDC3F221-FFEF-4F1F-9911-74C27185109E}">
      <dgm:prSet/>
      <dgm:spPr/>
      <dgm:t>
        <a:bodyPr/>
        <a:lstStyle/>
        <a:p>
          <a:endParaRPr lang="en-US"/>
        </a:p>
      </dgm:t>
    </dgm:pt>
    <dgm:pt modelId="{49B07669-01DB-4626-B1AC-10C83908B1D6}" type="sibTrans" cxnId="{DDC3F221-FFEF-4F1F-9911-74C27185109E}">
      <dgm:prSet/>
      <dgm:spPr/>
      <dgm:t>
        <a:bodyPr/>
        <a:lstStyle/>
        <a:p>
          <a:endParaRPr lang="en-US"/>
        </a:p>
      </dgm:t>
    </dgm:pt>
    <dgm:pt modelId="{5D1DCB10-B109-43C9-8BA0-BB81DB60955E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create() – show the create data form. </a:t>
          </a:r>
          <a:endParaRPr lang="en-US" dirty="0"/>
        </a:p>
      </dgm:t>
    </dgm:pt>
    <dgm:pt modelId="{B90F12BD-A523-4328-969C-BF086BE4081B}" type="parTrans" cxnId="{681540A2-956E-473D-83EB-3C0FD1E6ACBC}">
      <dgm:prSet/>
      <dgm:spPr/>
      <dgm:t>
        <a:bodyPr/>
        <a:lstStyle/>
        <a:p>
          <a:endParaRPr lang="en-US"/>
        </a:p>
      </dgm:t>
    </dgm:pt>
    <dgm:pt modelId="{BF7DB8E6-AC5D-4BFB-B818-EACDE8FF24A0}" type="sibTrans" cxnId="{681540A2-956E-473D-83EB-3C0FD1E6ACBC}">
      <dgm:prSet/>
      <dgm:spPr/>
      <dgm:t>
        <a:bodyPr/>
        <a:lstStyle/>
        <a:p>
          <a:endParaRPr lang="en-US"/>
        </a:p>
      </dgm:t>
    </dgm:pt>
    <dgm:pt modelId="{AE218425-C58E-4451-9C53-46D3478870FB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store() – accept form submission from the data form. </a:t>
          </a:r>
          <a:endParaRPr lang="en-US" dirty="0"/>
        </a:p>
      </dgm:t>
    </dgm:pt>
    <dgm:pt modelId="{839ED44E-D2B2-4D40-B9F2-02BE6BE0AE4E}" type="parTrans" cxnId="{F575CC73-14AF-4511-83DA-29AD83668912}">
      <dgm:prSet/>
      <dgm:spPr/>
      <dgm:t>
        <a:bodyPr/>
        <a:lstStyle/>
        <a:p>
          <a:endParaRPr lang="en-US"/>
        </a:p>
      </dgm:t>
    </dgm:pt>
    <dgm:pt modelId="{E7C213C0-3CE9-4433-B01D-23F2877AB5FD}" type="sibTrans" cxnId="{F575CC73-14AF-4511-83DA-29AD83668912}">
      <dgm:prSet/>
      <dgm:spPr/>
      <dgm:t>
        <a:bodyPr/>
        <a:lstStyle/>
        <a:p>
          <a:endParaRPr lang="en-US"/>
        </a:p>
      </dgm:t>
    </dgm:pt>
    <dgm:pt modelId="{E68E0742-3436-4433-842B-1BE259FC5202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show() – show one data. </a:t>
          </a:r>
          <a:endParaRPr lang="en-US" dirty="0"/>
        </a:p>
      </dgm:t>
    </dgm:pt>
    <dgm:pt modelId="{263A0AB0-B6F0-4A39-ABBB-BDCDE5A42F1C}" type="parTrans" cxnId="{1762F593-AD70-4007-B651-AE7C375220C3}">
      <dgm:prSet/>
      <dgm:spPr/>
      <dgm:t>
        <a:bodyPr/>
        <a:lstStyle/>
        <a:p>
          <a:endParaRPr lang="en-US"/>
        </a:p>
      </dgm:t>
    </dgm:pt>
    <dgm:pt modelId="{EF77BF96-F8E3-4E95-BDD3-21E1A40DA492}" type="sibTrans" cxnId="{1762F593-AD70-4007-B651-AE7C375220C3}">
      <dgm:prSet/>
      <dgm:spPr/>
      <dgm:t>
        <a:bodyPr/>
        <a:lstStyle/>
        <a:p>
          <a:endParaRPr lang="en-US"/>
        </a:p>
      </dgm:t>
    </dgm:pt>
    <dgm:pt modelId="{C1312386-B02A-4DDA-BFD1-49CFBABEB7F4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edit() – edit one data. </a:t>
          </a:r>
          <a:endParaRPr lang="en-US" dirty="0"/>
        </a:p>
      </dgm:t>
    </dgm:pt>
    <dgm:pt modelId="{B8EC214E-1B2B-4A6C-A5D7-19B68271EB10}" type="parTrans" cxnId="{FC84840C-1F3C-4A16-A972-3724A53C6BFE}">
      <dgm:prSet/>
      <dgm:spPr/>
      <dgm:t>
        <a:bodyPr/>
        <a:lstStyle/>
        <a:p>
          <a:endParaRPr lang="en-US"/>
        </a:p>
      </dgm:t>
    </dgm:pt>
    <dgm:pt modelId="{DAB2B33A-0ECB-4348-9082-56DC03D8B648}" type="sibTrans" cxnId="{FC84840C-1F3C-4A16-A972-3724A53C6BFE}">
      <dgm:prSet/>
      <dgm:spPr/>
      <dgm:t>
        <a:bodyPr/>
        <a:lstStyle/>
        <a:p>
          <a:endParaRPr lang="en-US"/>
        </a:p>
      </dgm:t>
    </dgm:pt>
    <dgm:pt modelId="{749A614D-3F50-401C-9DF2-FDA94B484F4D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update() – accept form submission from the edit data form. </a:t>
          </a:r>
          <a:endParaRPr lang="en-US" dirty="0"/>
        </a:p>
      </dgm:t>
    </dgm:pt>
    <dgm:pt modelId="{25528162-46B4-4DE2-B93E-E834E7D62E9A}" type="parTrans" cxnId="{8D8E99B3-649B-4FD9-9D64-80E001F499D5}">
      <dgm:prSet/>
      <dgm:spPr/>
      <dgm:t>
        <a:bodyPr/>
        <a:lstStyle/>
        <a:p>
          <a:endParaRPr lang="en-US"/>
        </a:p>
      </dgm:t>
    </dgm:pt>
    <dgm:pt modelId="{7A9AB245-B2AB-4AE5-BF61-BC906C128161}" type="sibTrans" cxnId="{8D8E99B3-649B-4FD9-9D64-80E001F499D5}">
      <dgm:prSet/>
      <dgm:spPr/>
      <dgm:t>
        <a:bodyPr/>
        <a:lstStyle/>
        <a:p>
          <a:endParaRPr lang="en-US"/>
        </a:p>
      </dgm:t>
    </dgm:pt>
    <dgm:pt modelId="{7694C91B-3FDA-422E-923B-7441DFDD5210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/>
            <a:t>destroy() – delete one data. </a:t>
          </a:r>
          <a:endParaRPr lang="en-US" dirty="0"/>
        </a:p>
      </dgm:t>
    </dgm:pt>
    <dgm:pt modelId="{833AD4DD-86A8-41EB-8811-BA54BAE9BAF5}" type="parTrans" cxnId="{30A594DB-FA34-407A-A043-1556402F8688}">
      <dgm:prSet/>
      <dgm:spPr/>
      <dgm:t>
        <a:bodyPr/>
        <a:lstStyle/>
        <a:p>
          <a:endParaRPr lang="en-US"/>
        </a:p>
      </dgm:t>
    </dgm:pt>
    <dgm:pt modelId="{6734E999-C032-4294-929C-D2809AA94002}" type="sibTrans" cxnId="{30A594DB-FA34-407A-A043-1556402F8688}">
      <dgm:prSet/>
      <dgm:spPr/>
      <dgm:t>
        <a:bodyPr/>
        <a:lstStyle/>
        <a:p>
          <a:endParaRPr lang="en-US"/>
        </a:p>
      </dgm:t>
    </dgm:pt>
    <dgm:pt modelId="{005B5986-2812-4C7F-A902-3661C662CE2E}" type="pres">
      <dgm:prSet presAssocID="{DA0BCE5F-6658-4669-9F40-D2E021CC30F4}" presName="root" presStyleCnt="0">
        <dgm:presLayoutVars>
          <dgm:dir/>
          <dgm:resizeHandles val="exact"/>
        </dgm:presLayoutVars>
      </dgm:prSet>
      <dgm:spPr/>
    </dgm:pt>
    <dgm:pt modelId="{610AA542-068F-4F3B-BCBA-8C35D20C6967}" type="pres">
      <dgm:prSet presAssocID="{655D03B9-F229-4CB1-B5C4-1AE76B7935D1}" presName="compNode" presStyleCnt="0"/>
      <dgm:spPr/>
    </dgm:pt>
    <dgm:pt modelId="{2B388AEA-8B68-41BB-AEB7-42F658B97EE6}" type="pres">
      <dgm:prSet presAssocID="{655D03B9-F229-4CB1-B5C4-1AE76B7935D1}" presName="bgRect" presStyleLbl="bgShp" presStyleIdx="0" presStyleCnt="7"/>
      <dgm:spPr/>
    </dgm:pt>
    <dgm:pt modelId="{DC9307B8-22AB-4648-86F0-5D8B5446A824}" type="pres">
      <dgm:prSet presAssocID="{655D03B9-F229-4CB1-B5C4-1AE76B7935D1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36A147E-B81C-480E-BCED-478BDE2360B0}" type="pres">
      <dgm:prSet presAssocID="{655D03B9-F229-4CB1-B5C4-1AE76B7935D1}" presName="spaceRect" presStyleCnt="0"/>
      <dgm:spPr/>
    </dgm:pt>
    <dgm:pt modelId="{C39DFA03-8755-4288-88AB-5ED3EA6723A7}" type="pres">
      <dgm:prSet presAssocID="{655D03B9-F229-4CB1-B5C4-1AE76B7935D1}" presName="parTx" presStyleLbl="revTx" presStyleIdx="0" presStyleCnt="7">
        <dgm:presLayoutVars>
          <dgm:chMax val="0"/>
          <dgm:chPref val="0"/>
        </dgm:presLayoutVars>
      </dgm:prSet>
      <dgm:spPr/>
    </dgm:pt>
    <dgm:pt modelId="{0B090629-329E-4A33-809E-D00609E6598B}" type="pres">
      <dgm:prSet presAssocID="{49B07669-01DB-4626-B1AC-10C83908B1D6}" presName="sibTrans" presStyleCnt="0"/>
      <dgm:spPr/>
    </dgm:pt>
    <dgm:pt modelId="{20FFA15F-70B3-44E7-9D4C-BCC7087D27AA}" type="pres">
      <dgm:prSet presAssocID="{5D1DCB10-B109-43C9-8BA0-BB81DB60955E}" presName="compNode" presStyleCnt="0"/>
      <dgm:spPr/>
    </dgm:pt>
    <dgm:pt modelId="{392B46F2-6C72-4191-9043-98408133DD3A}" type="pres">
      <dgm:prSet presAssocID="{5D1DCB10-B109-43C9-8BA0-BB81DB60955E}" presName="bgRect" presStyleLbl="bgShp" presStyleIdx="1" presStyleCnt="7"/>
      <dgm:spPr/>
    </dgm:pt>
    <dgm:pt modelId="{D2E2EA56-E473-4132-AAD5-254DF9718F1A}" type="pres">
      <dgm:prSet presAssocID="{5D1DCB10-B109-43C9-8BA0-BB81DB60955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0872010-DA16-48DC-9669-655F6A62F68F}" type="pres">
      <dgm:prSet presAssocID="{5D1DCB10-B109-43C9-8BA0-BB81DB60955E}" presName="spaceRect" presStyleCnt="0"/>
      <dgm:spPr/>
    </dgm:pt>
    <dgm:pt modelId="{4713747D-4ECF-4863-B99B-021C66D66D67}" type="pres">
      <dgm:prSet presAssocID="{5D1DCB10-B109-43C9-8BA0-BB81DB60955E}" presName="parTx" presStyleLbl="revTx" presStyleIdx="1" presStyleCnt="7">
        <dgm:presLayoutVars>
          <dgm:chMax val="0"/>
          <dgm:chPref val="0"/>
        </dgm:presLayoutVars>
      </dgm:prSet>
      <dgm:spPr/>
    </dgm:pt>
    <dgm:pt modelId="{27BD3513-4906-4DD1-B72B-BAEC7CFAC0B0}" type="pres">
      <dgm:prSet presAssocID="{BF7DB8E6-AC5D-4BFB-B818-EACDE8FF24A0}" presName="sibTrans" presStyleCnt="0"/>
      <dgm:spPr/>
    </dgm:pt>
    <dgm:pt modelId="{E1F9C93C-A851-4247-BA39-388987B07DDF}" type="pres">
      <dgm:prSet presAssocID="{AE218425-C58E-4451-9C53-46D3478870FB}" presName="compNode" presStyleCnt="0"/>
      <dgm:spPr/>
    </dgm:pt>
    <dgm:pt modelId="{473C4512-BC8C-4829-8C17-D1520EC96FEE}" type="pres">
      <dgm:prSet presAssocID="{AE218425-C58E-4451-9C53-46D3478870FB}" presName="bgRect" presStyleLbl="bgShp" presStyleIdx="2" presStyleCnt="7"/>
      <dgm:spPr/>
    </dgm:pt>
    <dgm:pt modelId="{C0D1154E-3514-442F-8F81-85CD7C34DE8D}" type="pres">
      <dgm:prSet presAssocID="{AE218425-C58E-4451-9C53-46D3478870F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DE29655-E1A0-4EE5-B708-40740BD545CD}" type="pres">
      <dgm:prSet presAssocID="{AE218425-C58E-4451-9C53-46D3478870FB}" presName="spaceRect" presStyleCnt="0"/>
      <dgm:spPr/>
    </dgm:pt>
    <dgm:pt modelId="{C82C73A6-874D-46AE-9420-2923A18AC8BE}" type="pres">
      <dgm:prSet presAssocID="{AE218425-C58E-4451-9C53-46D3478870FB}" presName="parTx" presStyleLbl="revTx" presStyleIdx="2" presStyleCnt="7">
        <dgm:presLayoutVars>
          <dgm:chMax val="0"/>
          <dgm:chPref val="0"/>
        </dgm:presLayoutVars>
      </dgm:prSet>
      <dgm:spPr/>
    </dgm:pt>
    <dgm:pt modelId="{2B22EE3C-7883-4CD0-9E96-278E082AFD96}" type="pres">
      <dgm:prSet presAssocID="{E7C213C0-3CE9-4433-B01D-23F2877AB5FD}" presName="sibTrans" presStyleCnt="0"/>
      <dgm:spPr/>
    </dgm:pt>
    <dgm:pt modelId="{CD947CF9-5BEB-4D64-863F-6E89EAC99431}" type="pres">
      <dgm:prSet presAssocID="{E68E0742-3436-4433-842B-1BE259FC5202}" presName="compNode" presStyleCnt="0"/>
      <dgm:spPr/>
    </dgm:pt>
    <dgm:pt modelId="{31E518BD-08B3-46B9-9910-FD9690D4A330}" type="pres">
      <dgm:prSet presAssocID="{E68E0742-3436-4433-842B-1BE259FC5202}" presName="bgRect" presStyleLbl="bgShp" presStyleIdx="3" presStyleCnt="7"/>
      <dgm:spPr/>
    </dgm:pt>
    <dgm:pt modelId="{EE33B14A-1024-4622-AA37-2E4C1F9F3602}" type="pres">
      <dgm:prSet presAssocID="{E68E0742-3436-4433-842B-1BE259FC520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317CC162-1D38-4D4E-AE48-41C884238AD6}" type="pres">
      <dgm:prSet presAssocID="{E68E0742-3436-4433-842B-1BE259FC5202}" presName="spaceRect" presStyleCnt="0"/>
      <dgm:spPr/>
    </dgm:pt>
    <dgm:pt modelId="{CC030498-A031-4284-A575-624ABF69664E}" type="pres">
      <dgm:prSet presAssocID="{E68E0742-3436-4433-842B-1BE259FC5202}" presName="parTx" presStyleLbl="revTx" presStyleIdx="3" presStyleCnt="7">
        <dgm:presLayoutVars>
          <dgm:chMax val="0"/>
          <dgm:chPref val="0"/>
        </dgm:presLayoutVars>
      </dgm:prSet>
      <dgm:spPr/>
    </dgm:pt>
    <dgm:pt modelId="{566B545C-62AA-4E3E-B2A2-64AA2FDF6ABC}" type="pres">
      <dgm:prSet presAssocID="{EF77BF96-F8E3-4E95-BDD3-21E1A40DA492}" presName="sibTrans" presStyleCnt="0"/>
      <dgm:spPr/>
    </dgm:pt>
    <dgm:pt modelId="{7DE5CBFC-725F-4446-BFF6-19523891389A}" type="pres">
      <dgm:prSet presAssocID="{C1312386-B02A-4DDA-BFD1-49CFBABEB7F4}" presName="compNode" presStyleCnt="0"/>
      <dgm:spPr/>
    </dgm:pt>
    <dgm:pt modelId="{39CE380E-93D9-4A8B-ABCB-00326AA1CBDE}" type="pres">
      <dgm:prSet presAssocID="{C1312386-B02A-4DDA-BFD1-49CFBABEB7F4}" presName="bgRect" presStyleLbl="bgShp" presStyleIdx="4" presStyleCnt="7"/>
      <dgm:spPr/>
    </dgm:pt>
    <dgm:pt modelId="{D9DAFD8C-AC13-4CFE-B676-9AB2B2DC2FDA}" type="pres">
      <dgm:prSet presAssocID="{C1312386-B02A-4DDA-BFD1-49CFBABEB7F4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CA4B0D78-198E-4376-B8FB-7694D12208F7}" type="pres">
      <dgm:prSet presAssocID="{C1312386-B02A-4DDA-BFD1-49CFBABEB7F4}" presName="spaceRect" presStyleCnt="0"/>
      <dgm:spPr/>
    </dgm:pt>
    <dgm:pt modelId="{E98FF880-BE8C-4165-9AB7-802EB6634D43}" type="pres">
      <dgm:prSet presAssocID="{C1312386-B02A-4DDA-BFD1-49CFBABEB7F4}" presName="parTx" presStyleLbl="revTx" presStyleIdx="4" presStyleCnt="7">
        <dgm:presLayoutVars>
          <dgm:chMax val="0"/>
          <dgm:chPref val="0"/>
        </dgm:presLayoutVars>
      </dgm:prSet>
      <dgm:spPr/>
    </dgm:pt>
    <dgm:pt modelId="{A4747621-9846-46D2-B828-30F9C01B1BCE}" type="pres">
      <dgm:prSet presAssocID="{DAB2B33A-0ECB-4348-9082-56DC03D8B648}" presName="sibTrans" presStyleCnt="0"/>
      <dgm:spPr/>
    </dgm:pt>
    <dgm:pt modelId="{EBE427DF-F657-42B3-80A2-93AB78E8C049}" type="pres">
      <dgm:prSet presAssocID="{749A614D-3F50-401C-9DF2-FDA94B484F4D}" presName="compNode" presStyleCnt="0"/>
      <dgm:spPr/>
    </dgm:pt>
    <dgm:pt modelId="{1DFE2B63-81C9-4621-9A6A-10AF9E12556B}" type="pres">
      <dgm:prSet presAssocID="{749A614D-3F50-401C-9DF2-FDA94B484F4D}" presName="bgRect" presStyleLbl="bgShp" presStyleIdx="5" presStyleCnt="7"/>
      <dgm:spPr/>
    </dgm:pt>
    <dgm:pt modelId="{99CDB9D5-EE45-4F08-BFAC-0E29613B9D72}" type="pres">
      <dgm:prSet presAssocID="{749A614D-3F50-401C-9DF2-FDA94B484F4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3F1A1563-29D3-488E-B37D-F1C5A5DF2661}" type="pres">
      <dgm:prSet presAssocID="{749A614D-3F50-401C-9DF2-FDA94B484F4D}" presName="spaceRect" presStyleCnt="0"/>
      <dgm:spPr/>
    </dgm:pt>
    <dgm:pt modelId="{69902A19-54EB-4984-8F16-FDE4A0E4ADF6}" type="pres">
      <dgm:prSet presAssocID="{749A614D-3F50-401C-9DF2-FDA94B484F4D}" presName="parTx" presStyleLbl="revTx" presStyleIdx="5" presStyleCnt="7">
        <dgm:presLayoutVars>
          <dgm:chMax val="0"/>
          <dgm:chPref val="0"/>
        </dgm:presLayoutVars>
      </dgm:prSet>
      <dgm:spPr/>
    </dgm:pt>
    <dgm:pt modelId="{95ECB74F-2051-410C-947A-4F94912C787C}" type="pres">
      <dgm:prSet presAssocID="{7A9AB245-B2AB-4AE5-BF61-BC906C128161}" presName="sibTrans" presStyleCnt="0"/>
      <dgm:spPr/>
    </dgm:pt>
    <dgm:pt modelId="{72C058DC-DBF6-4B1A-9F7C-E1FDC57B5358}" type="pres">
      <dgm:prSet presAssocID="{7694C91B-3FDA-422E-923B-7441DFDD5210}" presName="compNode" presStyleCnt="0"/>
      <dgm:spPr/>
    </dgm:pt>
    <dgm:pt modelId="{C8208EA8-122E-4EA1-A305-75CDB093BDC1}" type="pres">
      <dgm:prSet presAssocID="{7694C91B-3FDA-422E-923B-7441DFDD5210}" presName="bgRect" presStyleLbl="bgShp" presStyleIdx="6" presStyleCnt="7"/>
      <dgm:spPr/>
    </dgm:pt>
    <dgm:pt modelId="{3A18F040-1212-4AA5-89A5-EE89F12DD214}" type="pres">
      <dgm:prSet presAssocID="{7694C91B-3FDA-422E-923B-7441DFDD521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2F6ADDC8-04FF-4F1E-8F37-E7D11155AD9D}" type="pres">
      <dgm:prSet presAssocID="{7694C91B-3FDA-422E-923B-7441DFDD5210}" presName="spaceRect" presStyleCnt="0"/>
      <dgm:spPr/>
    </dgm:pt>
    <dgm:pt modelId="{92CE79EF-82E2-40DE-A04D-096E07A73495}" type="pres">
      <dgm:prSet presAssocID="{7694C91B-3FDA-422E-923B-7441DFDD521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962F560C-DB2B-4C48-8DAD-C072571B0CC1}" type="presOf" srcId="{C1312386-B02A-4DDA-BFD1-49CFBABEB7F4}" destId="{E98FF880-BE8C-4165-9AB7-802EB6634D43}" srcOrd="0" destOrd="0" presId="urn:microsoft.com/office/officeart/2018/2/layout/IconVerticalSolidList"/>
    <dgm:cxn modelId="{FC84840C-1F3C-4A16-A972-3724A53C6BFE}" srcId="{DA0BCE5F-6658-4669-9F40-D2E021CC30F4}" destId="{C1312386-B02A-4DDA-BFD1-49CFBABEB7F4}" srcOrd="4" destOrd="0" parTransId="{B8EC214E-1B2B-4A6C-A5D7-19B68271EB10}" sibTransId="{DAB2B33A-0ECB-4348-9082-56DC03D8B648}"/>
    <dgm:cxn modelId="{D77F3A11-8DB5-4881-B129-859240985B06}" type="presOf" srcId="{7694C91B-3FDA-422E-923B-7441DFDD5210}" destId="{92CE79EF-82E2-40DE-A04D-096E07A73495}" srcOrd="0" destOrd="0" presId="urn:microsoft.com/office/officeart/2018/2/layout/IconVerticalSolidList"/>
    <dgm:cxn modelId="{DDC3F221-FFEF-4F1F-9911-74C27185109E}" srcId="{DA0BCE5F-6658-4669-9F40-D2E021CC30F4}" destId="{655D03B9-F229-4CB1-B5C4-1AE76B7935D1}" srcOrd="0" destOrd="0" parTransId="{4F197D62-CA45-4854-B8D2-48B280CEACB3}" sibTransId="{49B07669-01DB-4626-B1AC-10C83908B1D6}"/>
    <dgm:cxn modelId="{69CFF246-BA1C-4799-AF43-6BBEDE317AFD}" type="presOf" srcId="{749A614D-3F50-401C-9DF2-FDA94B484F4D}" destId="{69902A19-54EB-4984-8F16-FDE4A0E4ADF6}" srcOrd="0" destOrd="0" presId="urn:microsoft.com/office/officeart/2018/2/layout/IconVerticalSolidList"/>
    <dgm:cxn modelId="{F575CC73-14AF-4511-83DA-29AD83668912}" srcId="{DA0BCE5F-6658-4669-9F40-D2E021CC30F4}" destId="{AE218425-C58E-4451-9C53-46D3478870FB}" srcOrd="2" destOrd="0" parTransId="{839ED44E-D2B2-4D40-B9F2-02BE6BE0AE4E}" sibTransId="{E7C213C0-3CE9-4433-B01D-23F2877AB5FD}"/>
    <dgm:cxn modelId="{69B28C7A-7ED7-49BB-BE11-E1EE39FE220D}" type="presOf" srcId="{DA0BCE5F-6658-4669-9F40-D2E021CC30F4}" destId="{005B5986-2812-4C7F-A902-3661C662CE2E}" srcOrd="0" destOrd="0" presId="urn:microsoft.com/office/officeart/2018/2/layout/IconVerticalSolidList"/>
    <dgm:cxn modelId="{62F3E77B-8E00-4DEC-921B-1A91140A6DA0}" type="presOf" srcId="{AE218425-C58E-4451-9C53-46D3478870FB}" destId="{C82C73A6-874D-46AE-9420-2923A18AC8BE}" srcOrd="0" destOrd="0" presId="urn:microsoft.com/office/officeart/2018/2/layout/IconVerticalSolidList"/>
    <dgm:cxn modelId="{2BF39B80-0824-4AB6-8EFD-27BF9F6B46C9}" type="presOf" srcId="{E68E0742-3436-4433-842B-1BE259FC5202}" destId="{CC030498-A031-4284-A575-624ABF69664E}" srcOrd="0" destOrd="0" presId="urn:microsoft.com/office/officeart/2018/2/layout/IconVerticalSolidList"/>
    <dgm:cxn modelId="{1762F593-AD70-4007-B651-AE7C375220C3}" srcId="{DA0BCE5F-6658-4669-9F40-D2E021CC30F4}" destId="{E68E0742-3436-4433-842B-1BE259FC5202}" srcOrd="3" destOrd="0" parTransId="{263A0AB0-B6F0-4A39-ABBB-BDCDE5A42F1C}" sibTransId="{EF77BF96-F8E3-4E95-BDD3-21E1A40DA492}"/>
    <dgm:cxn modelId="{681540A2-956E-473D-83EB-3C0FD1E6ACBC}" srcId="{DA0BCE5F-6658-4669-9F40-D2E021CC30F4}" destId="{5D1DCB10-B109-43C9-8BA0-BB81DB60955E}" srcOrd="1" destOrd="0" parTransId="{B90F12BD-A523-4328-969C-BF086BE4081B}" sibTransId="{BF7DB8E6-AC5D-4BFB-B818-EACDE8FF24A0}"/>
    <dgm:cxn modelId="{8D8E99B3-649B-4FD9-9D64-80E001F499D5}" srcId="{DA0BCE5F-6658-4669-9F40-D2E021CC30F4}" destId="{749A614D-3F50-401C-9DF2-FDA94B484F4D}" srcOrd="5" destOrd="0" parTransId="{25528162-46B4-4DE2-B93E-E834E7D62E9A}" sibTransId="{7A9AB245-B2AB-4AE5-BF61-BC906C128161}"/>
    <dgm:cxn modelId="{4821A2D5-A9E4-4E13-8F43-311819D87F43}" type="presOf" srcId="{655D03B9-F229-4CB1-B5C4-1AE76B7935D1}" destId="{C39DFA03-8755-4288-88AB-5ED3EA6723A7}" srcOrd="0" destOrd="0" presId="urn:microsoft.com/office/officeart/2018/2/layout/IconVerticalSolidList"/>
    <dgm:cxn modelId="{30A594DB-FA34-407A-A043-1556402F8688}" srcId="{DA0BCE5F-6658-4669-9F40-D2E021CC30F4}" destId="{7694C91B-3FDA-422E-923B-7441DFDD5210}" srcOrd="6" destOrd="0" parTransId="{833AD4DD-86A8-41EB-8811-BA54BAE9BAF5}" sibTransId="{6734E999-C032-4294-929C-D2809AA94002}"/>
    <dgm:cxn modelId="{645B00EB-22A9-44E6-9EB0-437E582F6D6F}" type="presOf" srcId="{5D1DCB10-B109-43C9-8BA0-BB81DB60955E}" destId="{4713747D-4ECF-4863-B99B-021C66D66D67}" srcOrd="0" destOrd="0" presId="urn:microsoft.com/office/officeart/2018/2/layout/IconVerticalSolidList"/>
    <dgm:cxn modelId="{6B7A478D-E4A0-475F-818B-B5D368929A37}" type="presParOf" srcId="{005B5986-2812-4C7F-A902-3661C662CE2E}" destId="{610AA542-068F-4F3B-BCBA-8C35D20C6967}" srcOrd="0" destOrd="0" presId="urn:microsoft.com/office/officeart/2018/2/layout/IconVerticalSolidList"/>
    <dgm:cxn modelId="{C6B636C3-8C13-4BF6-BC85-86AD1AA4A60C}" type="presParOf" srcId="{610AA542-068F-4F3B-BCBA-8C35D20C6967}" destId="{2B388AEA-8B68-41BB-AEB7-42F658B97EE6}" srcOrd="0" destOrd="0" presId="urn:microsoft.com/office/officeart/2018/2/layout/IconVerticalSolidList"/>
    <dgm:cxn modelId="{A44FE61B-884A-4481-B6CB-F47C3BD4CA20}" type="presParOf" srcId="{610AA542-068F-4F3B-BCBA-8C35D20C6967}" destId="{DC9307B8-22AB-4648-86F0-5D8B5446A824}" srcOrd="1" destOrd="0" presId="urn:microsoft.com/office/officeart/2018/2/layout/IconVerticalSolidList"/>
    <dgm:cxn modelId="{35A53730-6FFB-4ABC-AFFD-76F37056DFBE}" type="presParOf" srcId="{610AA542-068F-4F3B-BCBA-8C35D20C6967}" destId="{536A147E-B81C-480E-BCED-478BDE2360B0}" srcOrd="2" destOrd="0" presId="urn:microsoft.com/office/officeart/2018/2/layout/IconVerticalSolidList"/>
    <dgm:cxn modelId="{60F5BFA8-FB19-4494-A762-652F4CDAE75E}" type="presParOf" srcId="{610AA542-068F-4F3B-BCBA-8C35D20C6967}" destId="{C39DFA03-8755-4288-88AB-5ED3EA6723A7}" srcOrd="3" destOrd="0" presId="urn:microsoft.com/office/officeart/2018/2/layout/IconVerticalSolidList"/>
    <dgm:cxn modelId="{4C0FD0C0-0328-4C18-9009-A0300272278D}" type="presParOf" srcId="{005B5986-2812-4C7F-A902-3661C662CE2E}" destId="{0B090629-329E-4A33-809E-D00609E6598B}" srcOrd="1" destOrd="0" presId="urn:microsoft.com/office/officeart/2018/2/layout/IconVerticalSolidList"/>
    <dgm:cxn modelId="{A0C210CD-2434-4077-B004-595FB629EED8}" type="presParOf" srcId="{005B5986-2812-4C7F-A902-3661C662CE2E}" destId="{20FFA15F-70B3-44E7-9D4C-BCC7087D27AA}" srcOrd="2" destOrd="0" presId="urn:microsoft.com/office/officeart/2018/2/layout/IconVerticalSolidList"/>
    <dgm:cxn modelId="{44840114-25D9-4B4E-B2F2-9A9F83F0944A}" type="presParOf" srcId="{20FFA15F-70B3-44E7-9D4C-BCC7087D27AA}" destId="{392B46F2-6C72-4191-9043-98408133DD3A}" srcOrd="0" destOrd="0" presId="urn:microsoft.com/office/officeart/2018/2/layout/IconVerticalSolidList"/>
    <dgm:cxn modelId="{22D5E226-A20B-4FAA-A79E-954C9391369C}" type="presParOf" srcId="{20FFA15F-70B3-44E7-9D4C-BCC7087D27AA}" destId="{D2E2EA56-E473-4132-AAD5-254DF9718F1A}" srcOrd="1" destOrd="0" presId="urn:microsoft.com/office/officeart/2018/2/layout/IconVerticalSolidList"/>
    <dgm:cxn modelId="{644148D3-391A-4D16-A424-0E59552685D4}" type="presParOf" srcId="{20FFA15F-70B3-44E7-9D4C-BCC7087D27AA}" destId="{10872010-DA16-48DC-9669-655F6A62F68F}" srcOrd="2" destOrd="0" presId="urn:microsoft.com/office/officeart/2018/2/layout/IconVerticalSolidList"/>
    <dgm:cxn modelId="{5499859C-5C92-4BD3-AFA5-55CFB5560BFE}" type="presParOf" srcId="{20FFA15F-70B3-44E7-9D4C-BCC7087D27AA}" destId="{4713747D-4ECF-4863-B99B-021C66D66D67}" srcOrd="3" destOrd="0" presId="urn:microsoft.com/office/officeart/2018/2/layout/IconVerticalSolidList"/>
    <dgm:cxn modelId="{FAF479AF-DDFB-4F5A-A56E-CBE4A3CD01A3}" type="presParOf" srcId="{005B5986-2812-4C7F-A902-3661C662CE2E}" destId="{27BD3513-4906-4DD1-B72B-BAEC7CFAC0B0}" srcOrd="3" destOrd="0" presId="urn:microsoft.com/office/officeart/2018/2/layout/IconVerticalSolidList"/>
    <dgm:cxn modelId="{11416B43-8176-4B5B-BB79-DE73ADE42977}" type="presParOf" srcId="{005B5986-2812-4C7F-A902-3661C662CE2E}" destId="{E1F9C93C-A851-4247-BA39-388987B07DDF}" srcOrd="4" destOrd="0" presId="urn:microsoft.com/office/officeart/2018/2/layout/IconVerticalSolidList"/>
    <dgm:cxn modelId="{6D8CC697-2FDB-4519-B122-93A15DFADF6C}" type="presParOf" srcId="{E1F9C93C-A851-4247-BA39-388987B07DDF}" destId="{473C4512-BC8C-4829-8C17-D1520EC96FEE}" srcOrd="0" destOrd="0" presId="urn:microsoft.com/office/officeart/2018/2/layout/IconVerticalSolidList"/>
    <dgm:cxn modelId="{B2B7A042-3E93-477B-8272-236B08AD8C85}" type="presParOf" srcId="{E1F9C93C-A851-4247-BA39-388987B07DDF}" destId="{C0D1154E-3514-442F-8F81-85CD7C34DE8D}" srcOrd="1" destOrd="0" presId="urn:microsoft.com/office/officeart/2018/2/layout/IconVerticalSolidList"/>
    <dgm:cxn modelId="{07A7DDA3-8E33-41C9-8973-9739B98C2083}" type="presParOf" srcId="{E1F9C93C-A851-4247-BA39-388987B07DDF}" destId="{2DE29655-E1A0-4EE5-B708-40740BD545CD}" srcOrd="2" destOrd="0" presId="urn:microsoft.com/office/officeart/2018/2/layout/IconVerticalSolidList"/>
    <dgm:cxn modelId="{A1551CB4-EE44-4087-BEEA-58D7AEFEA0D3}" type="presParOf" srcId="{E1F9C93C-A851-4247-BA39-388987B07DDF}" destId="{C82C73A6-874D-46AE-9420-2923A18AC8BE}" srcOrd="3" destOrd="0" presId="urn:microsoft.com/office/officeart/2018/2/layout/IconVerticalSolidList"/>
    <dgm:cxn modelId="{2ED585D7-D25C-4D4F-8D54-E957CD949A71}" type="presParOf" srcId="{005B5986-2812-4C7F-A902-3661C662CE2E}" destId="{2B22EE3C-7883-4CD0-9E96-278E082AFD96}" srcOrd="5" destOrd="0" presId="urn:microsoft.com/office/officeart/2018/2/layout/IconVerticalSolidList"/>
    <dgm:cxn modelId="{17792891-0370-496C-8A3E-1B0A0B6C04B6}" type="presParOf" srcId="{005B5986-2812-4C7F-A902-3661C662CE2E}" destId="{CD947CF9-5BEB-4D64-863F-6E89EAC99431}" srcOrd="6" destOrd="0" presId="urn:microsoft.com/office/officeart/2018/2/layout/IconVerticalSolidList"/>
    <dgm:cxn modelId="{F5B6AD4D-0930-4BBB-95F2-BA33FF1621E7}" type="presParOf" srcId="{CD947CF9-5BEB-4D64-863F-6E89EAC99431}" destId="{31E518BD-08B3-46B9-9910-FD9690D4A330}" srcOrd="0" destOrd="0" presId="urn:microsoft.com/office/officeart/2018/2/layout/IconVerticalSolidList"/>
    <dgm:cxn modelId="{A6774E3F-4B7E-43FF-9C4F-652B9E699D10}" type="presParOf" srcId="{CD947CF9-5BEB-4D64-863F-6E89EAC99431}" destId="{EE33B14A-1024-4622-AA37-2E4C1F9F3602}" srcOrd="1" destOrd="0" presId="urn:microsoft.com/office/officeart/2018/2/layout/IconVerticalSolidList"/>
    <dgm:cxn modelId="{0B853BB7-F5BB-4A91-A030-373E26BAC047}" type="presParOf" srcId="{CD947CF9-5BEB-4D64-863F-6E89EAC99431}" destId="{317CC162-1D38-4D4E-AE48-41C884238AD6}" srcOrd="2" destOrd="0" presId="urn:microsoft.com/office/officeart/2018/2/layout/IconVerticalSolidList"/>
    <dgm:cxn modelId="{B1FDA822-4AE9-496D-B019-E096391E69C1}" type="presParOf" srcId="{CD947CF9-5BEB-4D64-863F-6E89EAC99431}" destId="{CC030498-A031-4284-A575-624ABF69664E}" srcOrd="3" destOrd="0" presId="urn:microsoft.com/office/officeart/2018/2/layout/IconVerticalSolidList"/>
    <dgm:cxn modelId="{70B06F41-A41F-4119-9435-6FAAEE6FC0BA}" type="presParOf" srcId="{005B5986-2812-4C7F-A902-3661C662CE2E}" destId="{566B545C-62AA-4E3E-B2A2-64AA2FDF6ABC}" srcOrd="7" destOrd="0" presId="urn:microsoft.com/office/officeart/2018/2/layout/IconVerticalSolidList"/>
    <dgm:cxn modelId="{635CD9B9-58A4-4E96-89E7-16B91DB13A18}" type="presParOf" srcId="{005B5986-2812-4C7F-A902-3661C662CE2E}" destId="{7DE5CBFC-725F-4446-BFF6-19523891389A}" srcOrd="8" destOrd="0" presId="urn:microsoft.com/office/officeart/2018/2/layout/IconVerticalSolidList"/>
    <dgm:cxn modelId="{C6F9B23F-44B6-4CA3-BB2F-CB9CE3EB5035}" type="presParOf" srcId="{7DE5CBFC-725F-4446-BFF6-19523891389A}" destId="{39CE380E-93D9-4A8B-ABCB-00326AA1CBDE}" srcOrd="0" destOrd="0" presId="urn:microsoft.com/office/officeart/2018/2/layout/IconVerticalSolidList"/>
    <dgm:cxn modelId="{0DE980BE-FEB7-4B42-93BA-5B6CCA78F91F}" type="presParOf" srcId="{7DE5CBFC-725F-4446-BFF6-19523891389A}" destId="{D9DAFD8C-AC13-4CFE-B676-9AB2B2DC2FDA}" srcOrd="1" destOrd="0" presId="urn:microsoft.com/office/officeart/2018/2/layout/IconVerticalSolidList"/>
    <dgm:cxn modelId="{5CBA592E-C1DB-4F1D-88F6-284D4761B655}" type="presParOf" srcId="{7DE5CBFC-725F-4446-BFF6-19523891389A}" destId="{CA4B0D78-198E-4376-B8FB-7694D12208F7}" srcOrd="2" destOrd="0" presId="urn:microsoft.com/office/officeart/2018/2/layout/IconVerticalSolidList"/>
    <dgm:cxn modelId="{F7D121D5-E1E4-41ED-87F5-DA18EA325787}" type="presParOf" srcId="{7DE5CBFC-725F-4446-BFF6-19523891389A}" destId="{E98FF880-BE8C-4165-9AB7-802EB6634D43}" srcOrd="3" destOrd="0" presId="urn:microsoft.com/office/officeart/2018/2/layout/IconVerticalSolidList"/>
    <dgm:cxn modelId="{48EB90C9-B85D-4D89-8D6A-57FE9EA1A736}" type="presParOf" srcId="{005B5986-2812-4C7F-A902-3661C662CE2E}" destId="{A4747621-9846-46D2-B828-30F9C01B1BCE}" srcOrd="9" destOrd="0" presId="urn:microsoft.com/office/officeart/2018/2/layout/IconVerticalSolidList"/>
    <dgm:cxn modelId="{EA48DE9D-2511-4FFB-B33F-7113E21B4117}" type="presParOf" srcId="{005B5986-2812-4C7F-A902-3661C662CE2E}" destId="{EBE427DF-F657-42B3-80A2-93AB78E8C049}" srcOrd="10" destOrd="0" presId="urn:microsoft.com/office/officeart/2018/2/layout/IconVerticalSolidList"/>
    <dgm:cxn modelId="{62CFC3E8-6745-4DF3-86B0-5112CED9899C}" type="presParOf" srcId="{EBE427DF-F657-42B3-80A2-93AB78E8C049}" destId="{1DFE2B63-81C9-4621-9A6A-10AF9E12556B}" srcOrd="0" destOrd="0" presId="urn:microsoft.com/office/officeart/2018/2/layout/IconVerticalSolidList"/>
    <dgm:cxn modelId="{7E576F25-4565-4FB3-9519-AA425FE5727B}" type="presParOf" srcId="{EBE427DF-F657-42B3-80A2-93AB78E8C049}" destId="{99CDB9D5-EE45-4F08-BFAC-0E29613B9D72}" srcOrd="1" destOrd="0" presId="urn:microsoft.com/office/officeart/2018/2/layout/IconVerticalSolidList"/>
    <dgm:cxn modelId="{2D125409-23C6-4E72-9D7F-D7C32510A742}" type="presParOf" srcId="{EBE427DF-F657-42B3-80A2-93AB78E8C049}" destId="{3F1A1563-29D3-488E-B37D-F1C5A5DF2661}" srcOrd="2" destOrd="0" presId="urn:microsoft.com/office/officeart/2018/2/layout/IconVerticalSolidList"/>
    <dgm:cxn modelId="{D82D5A0D-4F21-419D-BEFA-9FB96251854D}" type="presParOf" srcId="{EBE427DF-F657-42B3-80A2-93AB78E8C049}" destId="{69902A19-54EB-4984-8F16-FDE4A0E4ADF6}" srcOrd="3" destOrd="0" presId="urn:microsoft.com/office/officeart/2018/2/layout/IconVerticalSolidList"/>
    <dgm:cxn modelId="{6E4EE40A-FDDD-4DC1-9241-31BD0B62CFC1}" type="presParOf" srcId="{005B5986-2812-4C7F-A902-3661C662CE2E}" destId="{95ECB74F-2051-410C-947A-4F94912C787C}" srcOrd="11" destOrd="0" presId="urn:microsoft.com/office/officeart/2018/2/layout/IconVerticalSolidList"/>
    <dgm:cxn modelId="{96A1AB4C-21C1-4662-ADFB-0D7FCAEA3040}" type="presParOf" srcId="{005B5986-2812-4C7F-A902-3661C662CE2E}" destId="{72C058DC-DBF6-4B1A-9F7C-E1FDC57B5358}" srcOrd="12" destOrd="0" presId="urn:microsoft.com/office/officeart/2018/2/layout/IconVerticalSolidList"/>
    <dgm:cxn modelId="{F40F5DEA-E8DA-4D04-ACE9-3A3E5AE6638F}" type="presParOf" srcId="{72C058DC-DBF6-4B1A-9F7C-E1FDC57B5358}" destId="{C8208EA8-122E-4EA1-A305-75CDB093BDC1}" srcOrd="0" destOrd="0" presId="urn:microsoft.com/office/officeart/2018/2/layout/IconVerticalSolidList"/>
    <dgm:cxn modelId="{66991476-DD61-4238-BE55-FFBC14488729}" type="presParOf" srcId="{72C058DC-DBF6-4B1A-9F7C-E1FDC57B5358}" destId="{3A18F040-1212-4AA5-89A5-EE89F12DD214}" srcOrd="1" destOrd="0" presId="urn:microsoft.com/office/officeart/2018/2/layout/IconVerticalSolidList"/>
    <dgm:cxn modelId="{F6EDE3AF-F390-4859-B77F-262F7D7463C5}" type="presParOf" srcId="{72C058DC-DBF6-4B1A-9F7C-E1FDC57B5358}" destId="{2F6ADDC8-04FF-4F1E-8F37-E7D11155AD9D}" srcOrd="2" destOrd="0" presId="urn:microsoft.com/office/officeart/2018/2/layout/IconVerticalSolidList"/>
    <dgm:cxn modelId="{FF63ADD6-6D2D-4FE7-98F5-3588FE9ED4DE}" type="presParOf" srcId="{72C058DC-DBF6-4B1A-9F7C-E1FDC57B5358}" destId="{92CE79EF-82E2-40DE-A04D-096E07A734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DD05A7-6134-4D7A-9256-4407A72E3A85}">
      <dsp:nvSpPr>
        <dsp:cNvPr id="0" name=""/>
        <dsp:cNvSpPr/>
      </dsp:nvSpPr>
      <dsp:spPr>
        <a:xfrm>
          <a:off x="0" y="494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8011F-C8BA-4EEA-B602-26E2226848A3}">
      <dsp:nvSpPr>
        <dsp:cNvPr id="0" name=""/>
        <dsp:cNvSpPr/>
      </dsp:nvSpPr>
      <dsp:spPr>
        <a:xfrm>
          <a:off x="350018" y="260838"/>
          <a:ext cx="636397" cy="6363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EEF50-F64C-4D14-B1B6-53608B18F1B0}">
      <dsp:nvSpPr>
        <dsp:cNvPr id="0" name=""/>
        <dsp:cNvSpPr/>
      </dsp:nvSpPr>
      <dsp:spPr>
        <a:xfrm>
          <a:off x="1336435" y="494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For example, </a:t>
          </a:r>
        </a:p>
      </dsp:txBody>
      <dsp:txXfrm>
        <a:off x="1336435" y="494"/>
        <a:ext cx="8721964" cy="1157086"/>
      </dsp:txXfrm>
    </dsp:sp>
    <dsp:sp modelId="{F5362235-587B-4E47-8EB4-BCBF0CDA5CDF}">
      <dsp:nvSpPr>
        <dsp:cNvPr id="0" name=""/>
        <dsp:cNvSpPr/>
      </dsp:nvSpPr>
      <dsp:spPr>
        <a:xfrm>
          <a:off x="0" y="1446852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1F860-3185-4778-A858-17039A774D2E}">
      <dsp:nvSpPr>
        <dsp:cNvPr id="0" name=""/>
        <dsp:cNvSpPr/>
      </dsp:nvSpPr>
      <dsp:spPr>
        <a:xfrm>
          <a:off x="350018" y="1707197"/>
          <a:ext cx="636397" cy="6363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73C8D-8DDC-4151-BD9A-A72F128E1C9E}">
      <dsp:nvSpPr>
        <dsp:cNvPr id="0" name=""/>
        <dsp:cNvSpPr/>
      </dsp:nvSpPr>
      <dsp:spPr>
        <a:xfrm>
          <a:off x="1336435" y="1446852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 UserController class might handle all incoming requests related to users, including showing, creating, updating, and deleting users. </a:t>
          </a:r>
        </a:p>
      </dsp:txBody>
      <dsp:txXfrm>
        <a:off x="1336435" y="1446852"/>
        <a:ext cx="8721964" cy="1157086"/>
      </dsp:txXfrm>
    </dsp:sp>
    <dsp:sp modelId="{6CA2B09D-EDC3-463E-8A65-86643E6F9AF3}">
      <dsp:nvSpPr>
        <dsp:cNvPr id="0" name=""/>
        <dsp:cNvSpPr/>
      </dsp:nvSpPr>
      <dsp:spPr>
        <a:xfrm>
          <a:off x="0" y="2893210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B9F00-5246-4B5F-ACBD-CF4A7129E0E7}">
      <dsp:nvSpPr>
        <dsp:cNvPr id="0" name=""/>
        <dsp:cNvSpPr/>
      </dsp:nvSpPr>
      <dsp:spPr>
        <a:xfrm>
          <a:off x="350018" y="3153555"/>
          <a:ext cx="636397" cy="6363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ECE39F-3A29-4ECB-B8C6-D04B7C2996A0}">
      <dsp:nvSpPr>
        <dsp:cNvPr id="0" name=""/>
        <dsp:cNvSpPr/>
      </dsp:nvSpPr>
      <dsp:spPr>
        <a:xfrm>
          <a:off x="1336435" y="2893210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By default, controllers are stored in the app/Http/Controllers directory.</a:t>
          </a:r>
        </a:p>
      </dsp:txBody>
      <dsp:txXfrm>
        <a:off x="1336435" y="2893210"/>
        <a:ext cx="8721964" cy="1157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75DD6-7E85-4D64-A534-2550CAC45270}">
      <dsp:nvSpPr>
        <dsp:cNvPr id="0" name=""/>
        <dsp:cNvSpPr/>
      </dsp:nvSpPr>
      <dsp:spPr>
        <a:xfrm>
          <a:off x="0" y="494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FDDB5-A3F4-48E9-9C91-3564AD9DD5D4}">
      <dsp:nvSpPr>
        <dsp:cNvPr id="0" name=""/>
        <dsp:cNvSpPr/>
      </dsp:nvSpPr>
      <dsp:spPr>
        <a:xfrm>
          <a:off x="350018" y="260838"/>
          <a:ext cx="636397" cy="6363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7755B-5F40-4585-AC91-CAB8186700D3}">
      <dsp:nvSpPr>
        <dsp:cNvPr id="0" name=""/>
        <dsp:cNvSpPr/>
      </dsp:nvSpPr>
      <dsp:spPr>
        <a:xfrm>
          <a:off x="1336435" y="494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Controllers is central unit of any MVC framework. </a:t>
          </a:r>
          <a:endParaRPr lang="en-US" sz="2300" kern="1200"/>
        </a:p>
      </dsp:txBody>
      <dsp:txXfrm>
        <a:off x="1336435" y="494"/>
        <a:ext cx="8721964" cy="1157086"/>
      </dsp:txXfrm>
    </dsp:sp>
    <dsp:sp modelId="{CF27F0E7-392D-40B5-B98C-6730A325D396}">
      <dsp:nvSpPr>
        <dsp:cNvPr id="0" name=""/>
        <dsp:cNvSpPr/>
      </dsp:nvSpPr>
      <dsp:spPr>
        <a:xfrm>
          <a:off x="0" y="1446852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06310-4C69-4AA6-9505-8FEDCFD52919}">
      <dsp:nvSpPr>
        <dsp:cNvPr id="0" name=""/>
        <dsp:cNvSpPr/>
      </dsp:nvSpPr>
      <dsp:spPr>
        <a:xfrm>
          <a:off x="350018" y="1707197"/>
          <a:ext cx="636397" cy="6363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37D18-7CB0-4A33-A4A4-7C6E709C7C8D}">
      <dsp:nvSpPr>
        <dsp:cNvPr id="0" name=""/>
        <dsp:cNvSpPr/>
      </dsp:nvSpPr>
      <dsp:spPr>
        <a:xfrm>
          <a:off x="1336435" y="1446852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It is also can be considered as a classes that organize logic of one or more routes together in one place. </a:t>
          </a:r>
          <a:endParaRPr lang="en-US" sz="2300" kern="1200"/>
        </a:p>
      </dsp:txBody>
      <dsp:txXfrm>
        <a:off x="1336435" y="1446852"/>
        <a:ext cx="8721964" cy="1157086"/>
      </dsp:txXfrm>
    </dsp:sp>
    <dsp:sp modelId="{A8CE2524-0170-49B4-8C50-097984DC0DAC}">
      <dsp:nvSpPr>
        <dsp:cNvPr id="0" name=""/>
        <dsp:cNvSpPr/>
      </dsp:nvSpPr>
      <dsp:spPr>
        <a:xfrm>
          <a:off x="0" y="2893210"/>
          <a:ext cx="10058399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7EBA7-EE1C-4676-AD34-2D99AE4D9690}">
      <dsp:nvSpPr>
        <dsp:cNvPr id="0" name=""/>
        <dsp:cNvSpPr/>
      </dsp:nvSpPr>
      <dsp:spPr>
        <a:xfrm>
          <a:off x="350018" y="3153555"/>
          <a:ext cx="636397" cy="6363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967CB-C7CA-4937-9684-B361B151024C}">
      <dsp:nvSpPr>
        <dsp:cNvPr id="0" name=""/>
        <dsp:cNvSpPr/>
      </dsp:nvSpPr>
      <dsp:spPr>
        <a:xfrm>
          <a:off x="1336435" y="2893210"/>
          <a:ext cx="8721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Controllers group similar routes together especially when you work on CRUD (Create, Read, Update and Delete) format. </a:t>
          </a:r>
          <a:endParaRPr lang="en-US" sz="2300" kern="1200"/>
        </a:p>
      </dsp:txBody>
      <dsp:txXfrm>
        <a:off x="1336435" y="2893210"/>
        <a:ext cx="8721964" cy="1157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4DD602-04EB-4B49-9A5B-ED6E74B92800}">
      <dsp:nvSpPr>
        <dsp:cNvPr id="0" name=""/>
        <dsp:cNvSpPr/>
      </dsp:nvSpPr>
      <dsp:spPr>
        <a:xfrm>
          <a:off x="0" y="19160"/>
          <a:ext cx="10058399" cy="1274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 dirty="0"/>
            <a:t>Create a controller manually (by right click, not advisable)</a:t>
          </a:r>
          <a:endParaRPr lang="en-US" sz="3300" kern="1200" dirty="0"/>
        </a:p>
      </dsp:txBody>
      <dsp:txXfrm>
        <a:off x="62198" y="81358"/>
        <a:ext cx="9934003" cy="1149734"/>
      </dsp:txXfrm>
    </dsp:sp>
    <dsp:sp modelId="{45441051-37E3-D147-A8C7-D3B7D1075A11}">
      <dsp:nvSpPr>
        <dsp:cNvPr id="0" name=""/>
        <dsp:cNvSpPr/>
      </dsp:nvSpPr>
      <dsp:spPr>
        <a:xfrm>
          <a:off x="0" y="1388331"/>
          <a:ext cx="10058399" cy="1274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kern="1200"/>
            <a:t>Create a controller using PHP artisan </a:t>
          </a:r>
          <a:endParaRPr lang="en-US" sz="3300" kern="1200"/>
        </a:p>
      </dsp:txBody>
      <dsp:txXfrm>
        <a:off x="62198" y="1450529"/>
        <a:ext cx="9934003" cy="1149734"/>
      </dsp:txXfrm>
    </dsp:sp>
    <dsp:sp modelId="{0A2BB276-6F01-F041-802C-6C9EF979B337}">
      <dsp:nvSpPr>
        <dsp:cNvPr id="0" name=""/>
        <dsp:cNvSpPr/>
      </dsp:nvSpPr>
      <dsp:spPr>
        <a:xfrm>
          <a:off x="0" y="2757501"/>
          <a:ext cx="10058399" cy="1274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3300" i="1" kern="1200"/>
            <a:t>php artisan make:controller UserController</a:t>
          </a:r>
          <a:endParaRPr lang="en-US" sz="3300" kern="1200"/>
        </a:p>
      </dsp:txBody>
      <dsp:txXfrm>
        <a:off x="62198" y="2819699"/>
        <a:ext cx="9934003" cy="1149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EADB5E-1222-8646-A379-162F39B88A1D}">
      <dsp:nvSpPr>
        <dsp:cNvPr id="0" name=""/>
        <dsp:cNvSpPr/>
      </dsp:nvSpPr>
      <dsp:spPr>
        <a:xfrm>
          <a:off x="0" y="2444867"/>
          <a:ext cx="10058399" cy="1604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/>
            <a:t>php artisan make:controller myController --resource </a:t>
          </a:r>
          <a:endParaRPr lang="en-US" sz="2900" kern="1200"/>
        </a:p>
      </dsp:txBody>
      <dsp:txXfrm>
        <a:off x="0" y="2444867"/>
        <a:ext cx="10058399" cy="1604097"/>
      </dsp:txXfrm>
    </dsp:sp>
    <dsp:sp modelId="{6348A0BB-0063-D040-9B20-FF02D72C6C3F}">
      <dsp:nvSpPr>
        <dsp:cNvPr id="0" name=""/>
        <dsp:cNvSpPr/>
      </dsp:nvSpPr>
      <dsp:spPr>
        <a:xfrm rot="10800000">
          <a:off x="0" y="1826"/>
          <a:ext cx="10058399" cy="246710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/>
            <a:t>It is a generator that allows developer to predefine Laravel route definition and bind entire resource controller at once </a:t>
          </a:r>
          <a:endParaRPr lang="en-US" sz="2900" kern="1200"/>
        </a:p>
      </dsp:txBody>
      <dsp:txXfrm rot="10800000">
        <a:off x="0" y="1826"/>
        <a:ext cx="10058399" cy="16030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388AEA-8B68-41BB-AEB7-42F658B97EE6}">
      <dsp:nvSpPr>
        <dsp:cNvPr id="0" name=""/>
        <dsp:cNvSpPr/>
      </dsp:nvSpPr>
      <dsp:spPr>
        <a:xfrm>
          <a:off x="0" y="439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307B8-22AB-4648-86F0-5D8B5446A824}">
      <dsp:nvSpPr>
        <dsp:cNvPr id="0" name=""/>
        <dsp:cNvSpPr/>
      </dsp:nvSpPr>
      <dsp:spPr>
        <a:xfrm>
          <a:off x="182823" y="136423"/>
          <a:ext cx="332405" cy="3324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DFA03-8755-4288-88AB-5ED3EA6723A7}">
      <dsp:nvSpPr>
        <dsp:cNvPr id="0" name=""/>
        <dsp:cNvSpPr/>
      </dsp:nvSpPr>
      <dsp:spPr>
        <a:xfrm>
          <a:off x="698051" y="439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index() – show all data. </a:t>
          </a:r>
          <a:endParaRPr lang="en-US" sz="1600" kern="1200" dirty="0"/>
        </a:p>
      </dsp:txBody>
      <dsp:txXfrm>
        <a:off x="698051" y="439"/>
        <a:ext cx="9360348" cy="604373"/>
      </dsp:txXfrm>
    </dsp:sp>
    <dsp:sp modelId="{392B46F2-6C72-4191-9043-98408133DD3A}">
      <dsp:nvSpPr>
        <dsp:cNvPr id="0" name=""/>
        <dsp:cNvSpPr/>
      </dsp:nvSpPr>
      <dsp:spPr>
        <a:xfrm>
          <a:off x="0" y="755906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2EA56-E473-4132-AAD5-254DF9718F1A}">
      <dsp:nvSpPr>
        <dsp:cNvPr id="0" name=""/>
        <dsp:cNvSpPr/>
      </dsp:nvSpPr>
      <dsp:spPr>
        <a:xfrm>
          <a:off x="182823" y="891890"/>
          <a:ext cx="332405" cy="3324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3747D-4ECF-4863-B99B-021C66D66D67}">
      <dsp:nvSpPr>
        <dsp:cNvPr id="0" name=""/>
        <dsp:cNvSpPr/>
      </dsp:nvSpPr>
      <dsp:spPr>
        <a:xfrm>
          <a:off x="698051" y="755906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create() – show the create data form. </a:t>
          </a:r>
          <a:endParaRPr lang="en-US" sz="1600" kern="1200" dirty="0"/>
        </a:p>
      </dsp:txBody>
      <dsp:txXfrm>
        <a:off x="698051" y="755906"/>
        <a:ext cx="9360348" cy="604373"/>
      </dsp:txXfrm>
    </dsp:sp>
    <dsp:sp modelId="{473C4512-BC8C-4829-8C17-D1520EC96FEE}">
      <dsp:nvSpPr>
        <dsp:cNvPr id="0" name=""/>
        <dsp:cNvSpPr/>
      </dsp:nvSpPr>
      <dsp:spPr>
        <a:xfrm>
          <a:off x="0" y="1511374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1154E-3514-442F-8F81-85CD7C34DE8D}">
      <dsp:nvSpPr>
        <dsp:cNvPr id="0" name=""/>
        <dsp:cNvSpPr/>
      </dsp:nvSpPr>
      <dsp:spPr>
        <a:xfrm>
          <a:off x="182823" y="1647358"/>
          <a:ext cx="332405" cy="3324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C73A6-874D-46AE-9420-2923A18AC8BE}">
      <dsp:nvSpPr>
        <dsp:cNvPr id="0" name=""/>
        <dsp:cNvSpPr/>
      </dsp:nvSpPr>
      <dsp:spPr>
        <a:xfrm>
          <a:off x="698051" y="1511374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store() – accept form submission from the data form. </a:t>
          </a:r>
          <a:endParaRPr lang="en-US" sz="1600" kern="1200" dirty="0"/>
        </a:p>
      </dsp:txBody>
      <dsp:txXfrm>
        <a:off x="698051" y="1511374"/>
        <a:ext cx="9360348" cy="604373"/>
      </dsp:txXfrm>
    </dsp:sp>
    <dsp:sp modelId="{31E518BD-08B3-46B9-9910-FD9690D4A330}">
      <dsp:nvSpPr>
        <dsp:cNvPr id="0" name=""/>
        <dsp:cNvSpPr/>
      </dsp:nvSpPr>
      <dsp:spPr>
        <a:xfrm>
          <a:off x="0" y="2266841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3B14A-1024-4622-AA37-2E4C1F9F3602}">
      <dsp:nvSpPr>
        <dsp:cNvPr id="0" name=""/>
        <dsp:cNvSpPr/>
      </dsp:nvSpPr>
      <dsp:spPr>
        <a:xfrm>
          <a:off x="182823" y="2402825"/>
          <a:ext cx="332405" cy="3324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30498-A031-4284-A575-624ABF69664E}">
      <dsp:nvSpPr>
        <dsp:cNvPr id="0" name=""/>
        <dsp:cNvSpPr/>
      </dsp:nvSpPr>
      <dsp:spPr>
        <a:xfrm>
          <a:off x="698051" y="2266841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show() – show one data. </a:t>
          </a:r>
          <a:endParaRPr lang="en-US" sz="1600" kern="1200" dirty="0"/>
        </a:p>
      </dsp:txBody>
      <dsp:txXfrm>
        <a:off x="698051" y="2266841"/>
        <a:ext cx="9360348" cy="604373"/>
      </dsp:txXfrm>
    </dsp:sp>
    <dsp:sp modelId="{39CE380E-93D9-4A8B-ABCB-00326AA1CBDE}">
      <dsp:nvSpPr>
        <dsp:cNvPr id="0" name=""/>
        <dsp:cNvSpPr/>
      </dsp:nvSpPr>
      <dsp:spPr>
        <a:xfrm>
          <a:off x="0" y="3022308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AFD8C-AC13-4CFE-B676-9AB2B2DC2FDA}">
      <dsp:nvSpPr>
        <dsp:cNvPr id="0" name=""/>
        <dsp:cNvSpPr/>
      </dsp:nvSpPr>
      <dsp:spPr>
        <a:xfrm>
          <a:off x="182823" y="3158293"/>
          <a:ext cx="332405" cy="3324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8FF880-BE8C-4165-9AB7-802EB6634D43}">
      <dsp:nvSpPr>
        <dsp:cNvPr id="0" name=""/>
        <dsp:cNvSpPr/>
      </dsp:nvSpPr>
      <dsp:spPr>
        <a:xfrm>
          <a:off x="698051" y="3022308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edit() – edit one data. </a:t>
          </a:r>
          <a:endParaRPr lang="en-US" sz="1600" kern="1200" dirty="0"/>
        </a:p>
      </dsp:txBody>
      <dsp:txXfrm>
        <a:off x="698051" y="3022308"/>
        <a:ext cx="9360348" cy="604373"/>
      </dsp:txXfrm>
    </dsp:sp>
    <dsp:sp modelId="{1DFE2B63-81C9-4621-9A6A-10AF9E12556B}">
      <dsp:nvSpPr>
        <dsp:cNvPr id="0" name=""/>
        <dsp:cNvSpPr/>
      </dsp:nvSpPr>
      <dsp:spPr>
        <a:xfrm>
          <a:off x="0" y="3777776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DB9D5-EE45-4F08-BFAC-0E29613B9D72}">
      <dsp:nvSpPr>
        <dsp:cNvPr id="0" name=""/>
        <dsp:cNvSpPr/>
      </dsp:nvSpPr>
      <dsp:spPr>
        <a:xfrm>
          <a:off x="182823" y="3913760"/>
          <a:ext cx="332405" cy="33240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02A19-54EB-4984-8F16-FDE4A0E4ADF6}">
      <dsp:nvSpPr>
        <dsp:cNvPr id="0" name=""/>
        <dsp:cNvSpPr/>
      </dsp:nvSpPr>
      <dsp:spPr>
        <a:xfrm>
          <a:off x="698051" y="3777776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update() – accept form submission from the edit data form. </a:t>
          </a:r>
          <a:endParaRPr lang="en-US" sz="1600" kern="1200" dirty="0"/>
        </a:p>
      </dsp:txBody>
      <dsp:txXfrm>
        <a:off x="698051" y="3777776"/>
        <a:ext cx="9360348" cy="604373"/>
      </dsp:txXfrm>
    </dsp:sp>
    <dsp:sp modelId="{C8208EA8-122E-4EA1-A305-75CDB093BDC1}">
      <dsp:nvSpPr>
        <dsp:cNvPr id="0" name=""/>
        <dsp:cNvSpPr/>
      </dsp:nvSpPr>
      <dsp:spPr>
        <a:xfrm>
          <a:off x="0" y="4533243"/>
          <a:ext cx="10058399" cy="604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8F040-1212-4AA5-89A5-EE89F12DD214}">
      <dsp:nvSpPr>
        <dsp:cNvPr id="0" name=""/>
        <dsp:cNvSpPr/>
      </dsp:nvSpPr>
      <dsp:spPr>
        <a:xfrm>
          <a:off x="182823" y="4669228"/>
          <a:ext cx="332405" cy="332405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E79EF-82E2-40DE-A04D-096E07A73495}">
      <dsp:nvSpPr>
        <dsp:cNvPr id="0" name=""/>
        <dsp:cNvSpPr/>
      </dsp:nvSpPr>
      <dsp:spPr>
        <a:xfrm>
          <a:off x="698051" y="4533243"/>
          <a:ext cx="9360348" cy="604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963" tIns="63963" rIns="63963" bIns="63963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kern="1200" dirty="0"/>
            <a:t>destroy() – delete one data. </a:t>
          </a:r>
          <a:endParaRPr lang="en-US" sz="1600" kern="1200" dirty="0"/>
        </a:p>
      </dsp:txBody>
      <dsp:txXfrm>
        <a:off x="698051" y="4533243"/>
        <a:ext cx="9360348" cy="604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9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4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7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2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5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9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4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3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8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4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1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4DA93AD-4AAB-354D-B39C-AA59DBCD40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DD0C4B2-057A-4D45-BE47-9368B5F12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1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056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3" name="Picture 2052" descr="Person writing on a notepad">
            <a:extLst>
              <a:ext uri="{FF2B5EF4-FFF2-40B4-BE49-F238E27FC236}">
                <a16:creationId xmlns:a16="http://schemas.microsoft.com/office/drawing/2014/main" id="{E3F39CA4-376E-EC5E-5159-A658569F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77" b="15845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2C1E13E7-E118-C847-89B9-C478B24A64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b">
            <a:normAutofit/>
          </a:bodyPr>
          <a:lstStyle/>
          <a:p>
            <a:pPr>
              <a:defRPr/>
            </a:pPr>
            <a:r>
              <a:rPr lang="en-US" sz="7400" dirty="0">
                <a:solidFill>
                  <a:srgbClr val="FFFFFF"/>
                </a:solidFill>
              </a:rPr>
              <a:t>BIIT 2305</a:t>
            </a:r>
            <a:br>
              <a:rPr lang="en-US" sz="7400" dirty="0">
                <a:solidFill>
                  <a:srgbClr val="FFFFFF"/>
                </a:solidFill>
              </a:rPr>
            </a:br>
            <a:r>
              <a:rPr lang="en-US" sz="7400" dirty="0">
                <a:solidFill>
                  <a:srgbClr val="FFFFFF"/>
                </a:solidFill>
              </a:rPr>
              <a:t>Web Application Development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22DE8B3-CCA4-DF4B-A7E7-BD5F9650A5F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900">
                <a:solidFill>
                  <a:srgbClr val="FFFFFF"/>
                </a:solidFill>
                <a:latin typeface="Arial" charset="0"/>
              </a:rPr>
              <a:t>Instructor :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  <a:latin typeface="Arial" charset="0"/>
              </a:rPr>
              <a:t>Dr. Najhan M. Ibrahim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  <a:latin typeface="Arial" charset="0"/>
              </a:rPr>
              <a:t>Department of Information Systems</a:t>
            </a:r>
          </a:p>
          <a:p>
            <a:pPr>
              <a:defRPr/>
            </a:pPr>
            <a:r>
              <a:rPr lang="en-US" sz="900">
                <a:solidFill>
                  <a:srgbClr val="FFFFFF"/>
                </a:solidFill>
                <a:latin typeface="Arial" charset="0"/>
              </a:rPr>
              <a:t>Kulliyyah of ICT, IIUM.</a:t>
            </a:r>
          </a:p>
        </p:txBody>
      </p:sp>
    </p:spTree>
    <p:extLst>
      <p:ext uri="{BB962C8B-B14F-4D97-AF65-F5344CB8AC3E}">
        <p14:creationId xmlns:p14="http://schemas.microsoft.com/office/powerpoint/2010/main" val="232495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F99A6-7B0F-B74B-B782-F2A5BAEF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0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MVC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A4E655D-9C7C-2D40-8000-B6061186C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86" y="1388911"/>
            <a:ext cx="6400439" cy="40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74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0DFEE-58DB-BB49-9B9A-EBE96046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>
                <a:highlight>
                  <a:srgbClr val="FFFF00"/>
                </a:highlight>
              </a:rPr>
              <a:t>outline</a:t>
            </a:r>
          </a:p>
        </p:txBody>
      </p:sp>
      <p:pic>
        <p:nvPicPr>
          <p:cNvPr id="5" name="Picture 4" descr="Neon Colored Gadgets">
            <a:extLst>
              <a:ext uri="{FF2B5EF4-FFF2-40B4-BE49-F238E27FC236}">
                <a16:creationId xmlns:a16="http://schemas.microsoft.com/office/drawing/2014/main" id="{8D222802-3AA1-FEFF-4527-3ADCE5E449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74" r="40019" b="1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F2E0-D03A-2542-BAAA-2D700DB2D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2121408"/>
            <a:ext cx="6730276" cy="4050792"/>
          </a:xfrm>
        </p:spPr>
        <p:txBody>
          <a:bodyPr>
            <a:normAutofit/>
          </a:bodyPr>
          <a:lstStyle/>
          <a:p>
            <a:r>
              <a:rPr lang="en-US" sz="1800"/>
              <a:t>What is controller</a:t>
            </a:r>
          </a:p>
          <a:p>
            <a:endParaRPr lang="en-US" sz="1800"/>
          </a:p>
          <a:p>
            <a:r>
              <a:rPr lang="en-US" sz="1800"/>
              <a:t>How to make controller</a:t>
            </a:r>
          </a:p>
          <a:p>
            <a:endParaRPr lang="en-US" sz="1800"/>
          </a:p>
          <a:p>
            <a:r>
              <a:rPr lang="en-US" sz="1800"/>
              <a:t>How to Make function in controller</a:t>
            </a:r>
          </a:p>
          <a:p>
            <a:endParaRPr lang="en-US" sz="1800"/>
          </a:p>
          <a:p>
            <a:r>
              <a:rPr lang="en-US" sz="1800"/>
              <a:t>How to Call controller from Routing</a:t>
            </a:r>
          </a:p>
          <a:p>
            <a:endParaRPr lang="en-US" sz="1800"/>
          </a:p>
          <a:p>
            <a:r>
              <a:rPr lang="en-US" sz="1800"/>
              <a:t>Controller with resources</a:t>
            </a:r>
          </a:p>
          <a:p>
            <a:pPr marL="0" indent="0">
              <a:buNone/>
            </a:pPr>
            <a:endParaRPr lang="en-US" sz="1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225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A1D830-E73C-47A9-A534-323CEEFF5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69FBEC-4C47-4288-962D-3FC20C79F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4E142F-2797-BF41-BA91-619DEDC5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4" y="702365"/>
            <a:ext cx="3896264" cy="376566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700">
                <a:blipFill dpi="0" rotWithShape="1">
                  <a:blip r:embed="rId4"/>
                  <a:srcRect/>
                  <a:tile tx="6350" ty="-127000" sx="65000" sy="64000" flip="none" algn="tl"/>
                </a:blipFill>
                <a:highlight>
                  <a:srgbClr val="FFFF00"/>
                </a:highlight>
              </a:rPr>
              <a:t>Laravel controller</a:t>
            </a:r>
          </a:p>
        </p:txBody>
      </p:sp>
      <p:pic>
        <p:nvPicPr>
          <p:cNvPr id="4" name="Picture 3" descr="Audio sound board">
            <a:extLst>
              <a:ext uri="{FF2B5EF4-FFF2-40B4-BE49-F238E27FC236}">
                <a16:creationId xmlns:a16="http://schemas.microsoft.com/office/drawing/2014/main" id="{19AC400B-0238-2C9A-AD29-9A45BFA724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504" r="4326" b="-1"/>
          <a:stretch>
            <a:fillRect/>
          </a:stretch>
        </p:blipFill>
        <p:spPr>
          <a:xfrm>
            <a:off x="20" y="10"/>
            <a:ext cx="6901088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4F6FC82-E588-4DA0-8096-0C3BD54F1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4" y="6229681"/>
            <a:ext cx="457200" cy="457200"/>
            <a:chOff x="11361456" y="6195813"/>
            <a:chExt cx="548640" cy="54864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8898E90-044F-45FF-8B4D-CE0F6A630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23BF161-A852-4DA5-BB4C-2DFC336B77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651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C8D586-1ECD-4981-BED2-97336112C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D316B-2BB6-AA4C-BA87-14B2D319B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84632"/>
            <a:ext cx="5299586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000">
                <a:highlight>
                  <a:srgbClr val="FFFF00"/>
                </a:highlight>
              </a:rPr>
              <a:t>Introduction to controller</a:t>
            </a:r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3C42A32F-F559-A2C9-52F5-C590DCA78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17" r="25939"/>
          <a:stretch>
            <a:fillRect/>
          </a:stretch>
        </p:blipFill>
        <p:spPr>
          <a:xfrm>
            <a:off x="1" y="10"/>
            <a:ext cx="6066502" cy="68579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4764-2F53-9041-9703-020C123D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2121408"/>
            <a:ext cx="5299585" cy="4050792"/>
          </a:xfrm>
        </p:spPr>
        <p:txBody>
          <a:bodyPr>
            <a:normAutofit/>
          </a:bodyPr>
          <a:lstStyle/>
          <a:p>
            <a:r>
              <a:rPr lang="en-US" sz="1800"/>
              <a:t>Instead of defining all of your request handling logic in a single routes.php file, </a:t>
            </a:r>
          </a:p>
          <a:p>
            <a:endParaRPr lang="en-US" sz="1800"/>
          </a:p>
          <a:p>
            <a:r>
              <a:rPr lang="en-US" sz="1800"/>
              <a:t>you may wish to organize this behavior using Controller classes. </a:t>
            </a:r>
          </a:p>
          <a:p>
            <a:endParaRPr lang="en-US" sz="1800"/>
          </a:p>
          <a:p>
            <a:r>
              <a:rPr lang="en-US" sz="1800"/>
              <a:t>Controllers can group related HTTP request handling logic into a class. </a:t>
            </a:r>
          </a:p>
          <a:p>
            <a:pPr marL="0" indent="0">
              <a:buNone/>
            </a:pPr>
            <a:endParaRPr lang="en-US" sz="1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001A23-2767-4A31-BD30-56112DE95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BD30CE-7C6B-4C5B-8206-2A912062D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A45EC6-AD58-4CAF-846D-46D82B614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24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0992-B04A-3111-D539-B50949ACB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Introduction to controller cont..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AEA870-292E-9FAD-DFA4-903E45C9D2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346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DEBAB-4396-DB46-8636-5C1AB14D3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highlight>
                  <a:srgbClr val="FFFF00"/>
                </a:highlight>
              </a:rPr>
              <a:t>Controllers</a:t>
            </a:r>
            <a:r>
              <a:rPr lang="en-MY" b="1" dirty="0"/>
              <a:t>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4C9B3A-488D-A1DF-3B41-06C7F7B300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943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B5317-DE07-6C4F-AA35-75A36208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How to Make controller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6E87DE-0035-908D-7BD3-6554E86A6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075510"/>
              </p:ext>
            </p:extLst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991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D752B-5AE0-3543-9F0B-07C23073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>
                <a:solidFill>
                  <a:schemeClr val="tx1"/>
                </a:solidFill>
                <a:highlight>
                  <a:srgbClr val="FFFF00"/>
                </a:highlight>
              </a:rPr>
              <a:t>Default</a:t>
            </a:r>
            <a:r>
              <a:rPr lang="en-MY" sz="48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MY" sz="4800" b="1" dirty="0">
                <a:solidFill>
                  <a:schemeClr val="tx1"/>
                </a:solidFill>
                <a:highlight>
                  <a:srgbClr val="FFFF00"/>
                </a:highlight>
              </a:rPr>
              <a:t>Generated</a:t>
            </a:r>
            <a:r>
              <a:rPr lang="en-MY" sz="4800" b="1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MY" sz="4800" b="1" dirty="0">
                <a:highlight>
                  <a:srgbClr val="FFFF00"/>
                </a:highlight>
              </a:rPr>
              <a:t>Controller </a:t>
            </a:r>
            <a:endParaRPr lang="en-US" sz="4800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30A8D-19BC-C04F-9215-AD7A2C72F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9528048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dirty="0"/>
              <a:t>&lt;?php</a:t>
            </a:r>
          </a:p>
          <a:p>
            <a:pPr marL="0" indent="0">
              <a:buNone/>
            </a:pPr>
            <a:br>
              <a:rPr lang="en-MY" dirty="0"/>
            </a:br>
            <a:r>
              <a:rPr lang="en-MY" dirty="0"/>
              <a:t>namespace App\Http\Controllers;</a:t>
            </a:r>
          </a:p>
          <a:p>
            <a:pPr marL="0" indent="0">
              <a:buNone/>
            </a:pPr>
            <a:br>
              <a:rPr lang="en-MY" dirty="0"/>
            </a:br>
            <a:r>
              <a:rPr lang="en-MY" dirty="0"/>
              <a:t>use Illuminate\Http\Request;</a:t>
            </a:r>
          </a:p>
          <a:p>
            <a:pPr marL="0" indent="0">
              <a:buNone/>
            </a:pPr>
            <a:br>
              <a:rPr lang="en-MY" dirty="0"/>
            </a:br>
            <a:r>
              <a:rPr lang="en-MY" dirty="0">
                <a:solidFill>
                  <a:srgbClr val="FF0000"/>
                </a:solidFill>
              </a:rPr>
              <a:t>class</a:t>
            </a:r>
            <a:r>
              <a:rPr lang="en-MY" dirty="0"/>
              <a:t> </a:t>
            </a:r>
            <a:r>
              <a:rPr lang="en-MY" dirty="0" err="1"/>
              <a:t>TestCon</a:t>
            </a:r>
            <a:r>
              <a:rPr lang="en-MY" dirty="0"/>
              <a:t> </a:t>
            </a:r>
            <a:r>
              <a:rPr lang="en-MY" dirty="0">
                <a:solidFill>
                  <a:srgbClr val="FF0000"/>
                </a:solidFill>
              </a:rPr>
              <a:t>extends</a:t>
            </a:r>
            <a:r>
              <a:rPr lang="en-MY" dirty="0"/>
              <a:t> Controller</a:t>
            </a:r>
          </a:p>
          <a:p>
            <a:pPr marL="0" indent="0">
              <a:buNone/>
            </a:pPr>
            <a:r>
              <a:rPr lang="en-MY" dirty="0"/>
              <a:t>{</a:t>
            </a:r>
          </a:p>
          <a:p>
            <a:pPr marL="0" indent="0">
              <a:buNone/>
            </a:pPr>
            <a:r>
              <a:rPr lang="en-MY" dirty="0"/>
              <a:t>//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33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291B-DEBC-FF44-84E9-EB2D746B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Make function in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B6BD1-DB9C-6A49-AA19-2668CE5D8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449596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MY" dirty="0"/>
              <a:t>&lt;?php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namespace App\Http\Controllers;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use Illuminate\Http\Request;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>
                <a:solidFill>
                  <a:srgbClr val="FF0000"/>
                </a:solidFill>
              </a:rPr>
              <a:t>class</a:t>
            </a:r>
            <a:r>
              <a:rPr lang="en-MY" dirty="0"/>
              <a:t> Users </a:t>
            </a:r>
            <a:r>
              <a:rPr lang="en-MY" dirty="0">
                <a:solidFill>
                  <a:srgbClr val="FF0000"/>
                </a:solidFill>
              </a:rPr>
              <a:t>extends</a:t>
            </a:r>
            <a:r>
              <a:rPr lang="en-MY" dirty="0"/>
              <a:t> Controller</a:t>
            </a:r>
          </a:p>
          <a:p>
            <a:pPr marL="0" indent="0">
              <a:buNone/>
            </a:pPr>
            <a:r>
              <a:rPr lang="en-MY" dirty="0"/>
              <a:t>{</a:t>
            </a:r>
          </a:p>
          <a:p>
            <a:pPr marL="0" indent="0">
              <a:buNone/>
            </a:pPr>
            <a:r>
              <a:rPr lang="en-MY" dirty="0"/>
              <a:t>    //</a:t>
            </a:r>
          </a:p>
          <a:p>
            <a:pPr marL="0" indent="0">
              <a:buNone/>
            </a:pPr>
            <a:r>
              <a:rPr lang="en-MY" dirty="0"/>
              <a:t>    public function index()</a:t>
            </a:r>
          </a:p>
          <a:p>
            <a:pPr marL="0" indent="0">
              <a:buNone/>
            </a:pPr>
            <a:r>
              <a:rPr lang="en-MY" dirty="0"/>
              <a:t>    {</a:t>
            </a:r>
          </a:p>
          <a:p>
            <a:pPr marL="0" indent="0">
              <a:buNone/>
            </a:pPr>
            <a:r>
              <a:rPr lang="en-MY" dirty="0"/>
              <a:t>      </a:t>
            </a:r>
            <a:r>
              <a:rPr lang="en-MY" dirty="0">
                <a:solidFill>
                  <a:srgbClr val="FF0000"/>
                </a:solidFill>
              </a:rPr>
              <a:t>echo</a:t>
            </a:r>
            <a:r>
              <a:rPr lang="en-MY" dirty="0"/>
              <a:t> "Hello from controller";</a:t>
            </a:r>
          </a:p>
          <a:p>
            <a:pPr marL="0" indent="0">
              <a:buNone/>
            </a:pPr>
            <a:r>
              <a:rPr lang="en-MY" dirty="0"/>
              <a:t>    }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092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3DC55-5A14-B442-A238-316C8260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highlight>
                  <a:srgbClr val="FFFF00"/>
                </a:highlight>
              </a:rPr>
              <a:t>How to call controller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3D34-3BA4-644E-B582-6C9F60E7B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MY" dirty="0"/>
              <a:t>//routes/</a:t>
            </a:r>
            <a:r>
              <a:rPr lang="en-MY" dirty="0" err="1"/>
              <a:t>web.php</a:t>
            </a:r>
            <a:r>
              <a:rPr lang="en-MY" dirty="0"/>
              <a:t> </a:t>
            </a:r>
          </a:p>
          <a:p>
            <a:pPr marL="0" indent="0">
              <a:buNone/>
            </a:pP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>
                <a:solidFill>
                  <a:srgbClr val="FF0000"/>
                </a:solidFill>
              </a:rPr>
              <a:t>//Include the controller in your route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use</a:t>
            </a:r>
            <a:r>
              <a:rPr lang="en-MY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 App\Http\Controllers\</a:t>
            </a:r>
            <a:r>
              <a:rPr lang="en-MY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product</a:t>
            </a:r>
            <a:r>
              <a:rPr lang="en-MY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Menlo" panose="020B0609030804020204" pitchFamily="49" charset="0"/>
              </a:rPr>
              <a:t>; </a:t>
            </a:r>
            <a:endParaRPr lang="en-MY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/>
              <a:t>Route::get(‘URL’, “controller file”); 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Route::get(‘</a:t>
            </a:r>
            <a:r>
              <a:rPr lang="en-US" b="1" dirty="0">
                <a:solidFill>
                  <a:srgbClr val="FF0000"/>
                </a:solidFill>
              </a:rPr>
              <a:t>product</a:t>
            </a:r>
            <a:r>
              <a:rPr lang="en-US" dirty="0"/>
              <a:t>’,[</a:t>
            </a:r>
            <a:r>
              <a:rPr lang="en-US" b="1" dirty="0">
                <a:solidFill>
                  <a:srgbClr val="FF0000"/>
                </a:solidFill>
              </a:rPr>
              <a:t>Product</a:t>
            </a:r>
            <a:r>
              <a:rPr lang="en-US" dirty="0"/>
              <a:t>::class,</a:t>
            </a:r>
            <a:r>
              <a:rPr lang="en-US" b="1" dirty="0">
                <a:solidFill>
                  <a:srgbClr val="FF0000"/>
                </a:solidFill>
              </a:rPr>
              <a:t>’index</a:t>
            </a:r>
            <a:r>
              <a:rPr lang="en-US" dirty="0"/>
              <a:t>’]);</a:t>
            </a:r>
          </a:p>
        </p:txBody>
      </p:sp>
    </p:spTree>
    <p:extLst>
      <p:ext uri="{BB962C8B-B14F-4D97-AF65-F5344CB8AC3E}">
        <p14:creationId xmlns:p14="http://schemas.microsoft.com/office/powerpoint/2010/main" val="166413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545B3-F241-F749-8BFD-0B74F188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highlight>
                  <a:srgbClr val="FFFF00"/>
                </a:highlight>
              </a:rPr>
              <a:t>Passing data using compact method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D463E-BB15-E245-83C3-1E9514EF4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588768"/>
            <a:ext cx="10058400" cy="4050792"/>
          </a:xfrm>
        </p:spPr>
        <p:txBody>
          <a:bodyPr/>
          <a:lstStyle/>
          <a:p>
            <a:r>
              <a:rPr lang="en-MY" b="0" dirty="0">
                <a:effectLst/>
                <a:latin typeface="Menlo" panose="020B0609030804020204" pitchFamily="49" charset="0"/>
              </a:rPr>
              <a:t>public function </a:t>
            </a:r>
            <a:r>
              <a:rPr lang="en-MY" b="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index</a:t>
            </a:r>
            <a:r>
              <a:rPr lang="en-MY" b="0" dirty="0">
                <a:effectLst/>
                <a:latin typeface="Menlo" panose="020B0609030804020204" pitchFamily="49" charset="0"/>
              </a:rPr>
              <a:t>()</a:t>
            </a:r>
          </a:p>
          <a:p>
            <a:r>
              <a:rPr lang="en-MY" b="0" dirty="0"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MY" b="0" dirty="0">
                <a:effectLst/>
                <a:latin typeface="Menlo" panose="020B0609030804020204" pitchFamily="49" charset="0"/>
              </a:rPr>
              <a:t>//echo "Hello from controller";</a:t>
            </a:r>
          </a:p>
          <a:p>
            <a:br>
              <a:rPr lang="en-MY" b="0" dirty="0">
                <a:effectLst/>
                <a:latin typeface="Menlo" panose="020B0609030804020204" pitchFamily="49" charset="0"/>
              </a:rPr>
            </a:br>
            <a:r>
              <a:rPr lang="en-MY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$x = "Controller Number is:";</a:t>
            </a:r>
          </a:p>
          <a:p>
            <a:r>
              <a:rPr lang="en-MY" b="0" dirty="0">
                <a:solidFill>
                  <a:srgbClr val="C00000"/>
                </a:solidFill>
                <a:effectLst/>
                <a:latin typeface="Menlo" panose="020B0609030804020204" pitchFamily="49" charset="0"/>
              </a:rPr>
              <a:t>$y = 5;</a:t>
            </a:r>
          </a:p>
          <a:p>
            <a:r>
              <a:rPr lang="en-MY" b="0" dirty="0">
                <a:effectLst/>
                <a:latin typeface="Menlo" panose="020B0609030804020204" pitchFamily="49" charset="0"/>
              </a:rPr>
              <a:t>return view('products', compact('</a:t>
            </a:r>
            <a:r>
              <a:rPr lang="en-MY" b="0" dirty="0" err="1">
                <a:effectLst/>
                <a:latin typeface="Menlo" panose="020B0609030804020204" pitchFamily="49" charset="0"/>
              </a:rPr>
              <a:t>x','y</a:t>
            </a:r>
            <a:r>
              <a:rPr lang="en-MY" b="0" dirty="0">
                <a:effectLst/>
                <a:latin typeface="Menlo" panose="020B0609030804020204" pitchFamily="49" charset="0"/>
              </a:rPr>
              <a:t>'));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MY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MY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914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7E944-0625-434D-9322-EB0323D9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Resources controller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754BE8-AB7E-1C65-A318-BA172334D0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6341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C428-F1EB-004A-A1D5-183F8BEE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69254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List of generated resources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3B609D-D197-09FF-C251-392FC183D7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1415143"/>
          <a:ext cx="10058400" cy="5138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7048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39E4ED7-778D-BF1C-6FBD-F7B18137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1" y="0"/>
            <a:ext cx="10541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58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C244-0A1B-E36C-21EC-6B4A8172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index() </a:t>
            </a:r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F20693-6D92-2193-95F5-52037DB834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975" y="2131345"/>
            <a:ext cx="10058400" cy="4030410"/>
          </a:xfrm>
        </p:spPr>
      </p:pic>
    </p:spTree>
    <p:extLst>
      <p:ext uri="{BB962C8B-B14F-4D97-AF65-F5344CB8AC3E}">
        <p14:creationId xmlns:p14="http://schemas.microsoft.com/office/powerpoint/2010/main" val="1980841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C4528-E2F1-29CC-C155-DC3A3B21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create() </a:t>
            </a:r>
            <a:endParaRPr lang="en-US" dirty="0"/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80F379C-0D3C-CCEC-9E33-2F3C2A020F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515" y="1956343"/>
            <a:ext cx="10194556" cy="2807681"/>
          </a:xfrm>
        </p:spPr>
      </p:pic>
    </p:spTree>
    <p:extLst>
      <p:ext uri="{BB962C8B-B14F-4D97-AF65-F5344CB8AC3E}">
        <p14:creationId xmlns:p14="http://schemas.microsoft.com/office/powerpoint/2010/main" val="2091884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92F-1CC4-74BF-970E-31A9C59C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store() </a:t>
            </a:r>
            <a:endParaRPr lang="en-US" dirty="0"/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4CD4BC2-6FEB-DA1D-4673-BFAC461D8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2093976"/>
            <a:ext cx="9944591" cy="2242893"/>
          </a:xfrm>
        </p:spPr>
      </p:pic>
    </p:spTree>
    <p:extLst>
      <p:ext uri="{BB962C8B-B14F-4D97-AF65-F5344CB8AC3E}">
        <p14:creationId xmlns:p14="http://schemas.microsoft.com/office/powerpoint/2010/main" val="3079709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C724-6E3F-F3A2-4D12-784376CF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show() </a:t>
            </a:r>
            <a:endParaRPr lang="en-US" dirty="0"/>
          </a:p>
        </p:txBody>
      </p:sp>
      <p:pic>
        <p:nvPicPr>
          <p:cNvPr id="5" name="Content Placeholder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A374667-0D9C-C696-FD60-CE3D2A49D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752" y="2093975"/>
            <a:ext cx="9679999" cy="2327299"/>
          </a:xfrm>
        </p:spPr>
      </p:pic>
    </p:spTree>
    <p:extLst>
      <p:ext uri="{BB962C8B-B14F-4D97-AF65-F5344CB8AC3E}">
        <p14:creationId xmlns:p14="http://schemas.microsoft.com/office/powerpoint/2010/main" val="600172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7BC4-9811-B7B2-3DBF-F9F66DBBF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edit() </a:t>
            </a:r>
            <a:endParaRPr lang="en-US" dirty="0"/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A642440-B508-47D8-4A70-5E7F36892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222011"/>
            <a:ext cx="7950200" cy="2542014"/>
          </a:xfrm>
        </p:spPr>
      </p:pic>
    </p:spTree>
    <p:extLst>
      <p:ext uri="{BB962C8B-B14F-4D97-AF65-F5344CB8AC3E}">
        <p14:creationId xmlns:p14="http://schemas.microsoft.com/office/powerpoint/2010/main" val="3856598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F4A7-0885-AB30-20F5-2568AA2A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update() </a:t>
            </a:r>
            <a:endParaRPr lang="en-US" dirty="0"/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DE7043E-2A62-169B-BD44-90517E01D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178885"/>
            <a:ext cx="9880600" cy="2585140"/>
          </a:xfrm>
        </p:spPr>
      </p:pic>
    </p:spTree>
    <p:extLst>
      <p:ext uri="{BB962C8B-B14F-4D97-AF65-F5344CB8AC3E}">
        <p14:creationId xmlns:p14="http://schemas.microsoft.com/office/powerpoint/2010/main" val="594827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4BBF-BEBF-7F8A-893A-283E0FAD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destroy() </a:t>
            </a:r>
            <a:endParaRPr lang="en-US" dirty="0"/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B9FBAB9-E6F2-A4BD-6843-F730E8FFD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850" y="2093975"/>
            <a:ext cx="9766300" cy="3039727"/>
          </a:xfrm>
        </p:spPr>
      </p:pic>
    </p:spTree>
    <p:extLst>
      <p:ext uri="{BB962C8B-B14F-4D97-AF65-F5344CB8AC3E}">
        <p14:creationId xmlns:p14="http://schemas.microsoft.com/office/powerpoint/2010/main" val="1865127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B4E61-AE4C-7E43-84C6-52BAE02FE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478" y="1349521"/>
            <a:ext cx="7426711" cy="415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44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{FBF36321-17E8-9A47-875A-930C21112B5D}tf10001070</Template>
  <TotalTime>10272</TotalTime>
  <Words>494</Words>
  <Application>Microsoft Macintosh PowerPoint</Application>
  <PresentationFormat>Widescreen</PresentationFormat>
  <Paragraphs>95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Menlo</vt:lpstr>
      <vt:lpstr>Rockwell</vt:lpstr>
      <vt:lpstr>Rockwell Condensed</vt:lpstr>
      <vt:lpstr>Rockwell Extra Bold</vt:lpstr>
      <vt:lpstr>Wingdings</vt:lpstr>
      <vt:lpstr>Wood Type</vt:lpstr>
      <vt:lpstr>BIIT 2305 Web Application Development</vt:lpstr>
      <vt:lpstr>MVC</vt:lpstr>
      <vt:lpstr>outline</vt:lpstr>
      <vt:lpstr>Laravel controller</vt:lpstr>
      <vt:lpstr>Introduction to controller</vt:lpstr>
      <vt:lpstr>Introduction to controller cont..</vt:lpstr>
      <vt:lpstr>Controllers </vt:lpstr>
      <vt:lpstr>How to Make controller</vt:lpstr>
      <vt:lpstr>Default Generated Controller </vt:lpstr>
      <vt:lpstr>Make function in controller</vt:lpstr>
      <vt:lpstr>How to call controller</vt:lpstr>
      <vt:lpstr>Passing data using compact method</vt:lpstr>
      <vt:lpstr>Resources controller</vt:lpstr>
      <vt:lpstr>List of generated resources</vt:lpstr>
      <vt:lpstr>PowerPoint Presentation</vt:lpstr>
      <vt:lpstr>index() </vt:lpstr>
      <vt:lpstr>create() </vt:lpstr>
      <vt:lpstr>store() </vt:lpstr>
      <vt:lpstr>show() </vt:lpstr>
      <vt:lpstr>edit() </vt:lpstr>
      <vt:lpstr>update() </vt:lpstr>
      <vt:lpstr>destroy()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3305 Web Application Development</dc:title>
  <dc:creator>Microsoft Office User</dc:creator>
  <cp:lastModifiedBy>NAJHAN BIN MUHAMAD IBRAHIM</cp:lastModifiedBy>
  <cp:revision>117</cp:revision>
  <dcterms:created xsi:type="dcterms:W3CDTF">2020-10-08T03:38:21Z</dcterms:created>
  <dcterms:modified xsi:type="dcterms:W3CDTF">2026-05-04T02:08:40Z</dcterms:modified>
</cp:coreProperties>
</file>