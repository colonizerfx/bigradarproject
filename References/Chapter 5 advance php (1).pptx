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43" r:id="rId1"/>
  </p:sldMasterIdLst>
  <p:notesMasterIdLst>
    <p:notesMasterId r:id="rId24"/>
  </p:notesMasterIdLst>
  <p:sldIdLst>
    <p:sldId id="256" r:id="rId2"/>
    <p:sldId id="275" r:id="rId3"/>
    <p:sldId id="284" r:id="rId4"/>
    <p:sldId id="285" r:id="rId5"/>
    <p:sldId id="286" r:id="rId6"/>
    <p:sldId id="287" r:id="rId7"/>
    <p:sldId id="290" r:id="rId8"/>
    <p:sldId id="291" r:id="rId9"/>
    <p:sldId id="296" r:id="rId10"/>
    <p:sldId id="292" r:id="rId11"/>
    <p:sldId id="294" r:id="rId12"/>
    <p:sldId id="295" r:id="rId13"/>
    <p:sldId id="297" r:id="rId14"/>
    <p:sldId id="327" r:id="rId15"/>
    <p:sldId id="328" r:id="rId16"/>
    <p:sldId id="337" r:id="rId17"/>
    <p:sldId id="338" r:id="rId18"/>
    <p:sldId id="335" r:id="rId19"/>
    <p:sldId id="334" r:id="rId20"/>
    <p:sldId id="333" r:id="rId21"/>
    <p:sldId id="336" r:id="rId22"/>
    <p:sldId id="272" r:id="rId23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Rockwell" panose="02060603020205020403" pitchFamily="18" charset="77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Rockwell" panose="02060603020205020403" pitchFamily="18" charset="77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Rockwell" panose="02060603020205020403" pitchFamily="18" charset="77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Rockwell" panose="02060603020205020403" pitchFamily="18" charset="77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Rockwell" panose="02060603020205020403" pitchFamily="18" charset="77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Rockwell" panose="02060603020205020403" pitchFamily="18" charset="77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Rockwell" panose="02060603020205020403" pitchFamily="18" charset="77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Rockwell" panose="02060603020205020403" pitchFamily="18" charset="77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Rockwell" panose="02060603020205020403" pitchFamily="18" charset="77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055"/>
    <p:restoredTop sz="96679"/>
  </p:normalViewPr>
  <p:slideViewPr>
    <p:cSldViewPr>
      <p:cViewPr>
        <p:scale>
          <a:sx n="135" d="100"/>
          <a:sy n="135" d="100"/>
        </p:scale>
        <p:origin x="1208" y="3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92072CF-D46C-5639-7F35-477E4EF739E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B9AFBD-F360-265E-4181-B9C7D72A9CD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575F0092-1A3D-184C-911B-5619DA40CDC6}" type="datetimeFigureOut">
              <a:rPr lang="en-US"/>
              <a:pPr>
                <a:defRPr/>
              </a:pPr>
              <a:t>3/23/26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64502195-DC00-9919-FF61-DEE2CE6E1F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9600CD21-4A5A-03EF-DECC-A711A7E256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B36770-C19C-6775-5E0E-82388478895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361995-DC81-5AF4-34CB-D57FBE7221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DBA8C38F-1CAA-1141-83E6-87824F72FDD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Slide Image Placeholder 1">
            <a:extLst>
              <a:ext uri="{FF2B5EF4-FFF2-40B4-BE49-F238E27FC236}">
                <a16:creationId xmlns:a16="http://schemas.microsoft.com/office/drawing/2014/main" id="{B89E3D9A-84A4-5A21-C1C3-16B880908B2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2" name="Notes Placeholder 2">
            <a:extLst>
              <a:ext uri="{FF2B5EF4-FFF2-40B4-BE49-F238E27FC236}">
                <a16:creationId xmlns:a16="http://schemas.microsoft.com/office/drawing/2014/main" id="{F47BA8BA-76E3-D8DA-BBBF-DD17CE3CCE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15363" name="Slide Number Placeholder 3">
            <a:extLst>
              <a:ext uri="{FF2B5EF4-FFF2-40B4-BE49-F238E27FC236}">
                <a16:creationId xmlns:a16="http://schemas.microsoft.com/office/drawing/2014/main" id="{4FA70EA2-07C6-1EDB-1CB6-21ABA9AA2D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Rockwell" panose="02060603020205020403" pitchFamily="18" charset="77"/>
              </a:defRPr>
            </a:lvl1pPr>
            <a:lvl2pPr marL="742950" indent="-285750">
              <a:defRPr>
                <a:solidFill>
                  <a:schemeClr val="tx1"/>
                </a:solidFill>
                <a:latin typeface="Rockwell" panose="02060603020205020403" pitchFamily="18" charset="77"/>
              </a:defRPr>
            </a:lvl2pPr>
            <a:lvl3pPr marL="1143000" indent="-228600">
              <a:defRPr>
                <a:solidFill>
                  <a:schemeClr val="tx1"/>
                </a:solidFill>
                <a:latin typeface="Rockwell" panose="02060603020205020403" pitchFamily="18" charset="77"/>
              </a:defRPr>
            </a:lvl3pPr>
            <a:lvl4pPr marL="1600200" indent="-228600">
              <a:defRPr>
                <a:solidFill>
                  <a:schemeClr val="tx1"/>
                </a:solidFill>
                <a:latin typeface="Rockwell" panose="02060603020205020403" pitchFamily="18" charset="77"/>
              </a:defRPr>
            </a:lvl4pPr>
            <a:lvl5pPr marL="2057400" indent="-228600">
              <a:defRPr>
                <a:solidFill>
                  <a:schemeClr val="tx1"/>
                </a:solidFill>
                <a:latin typeface="Rockwell" panose="02060603020205020403" pitchFamily="18" charset="7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7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7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7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77"/>
              </a:defRPr>
            </a:lvl9pPr>
          </a:lstStyle>
          <a:p>
            <a:fld id="{5D92F1EF-D27A-F649-B8DA-7195983C623B}" type="slidenum">
              <a:rPr lang="en-US" altLang="en-US" smtClean="0">
                <a:latin typeface="Calibri" panose="020F0502020204030204" pitchFamily="34" charset="0"/>
              </a:rPr>
              <a:pPr/>
              <a:t>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8AAA8C9F-3259-2E4D-C613-C8F00807550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363FD4F5-BB76-0250-DE14-FE7900C741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1C0A62C0-56CF-E902-A454-F6D7203B350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Rockwell" panose="02060603020205020403" pitchFamily="18" charset="77"/>
              </a:defRPr>
            </a:lvl1pPr>
            <a:lvl2pPr marL="742950" indent="-285750">
              <a:defRPr>
                <a:solidFill>
                  <a:schemeClr val="tx1"/>
                </a:solidFill>
                <a:latin typeface="Rockwell" panose="02060603020205020403" pitchFamily="18" charset="77"/>
              </a:defRPr>
            </a:lvl2pPr>
            <a:lvl3pPr marL="1143000" indent="-228600">
              <a:defRPr>
                <a:solidFill>
                  <a:schemeClr val="tx1"/>
                </a:solidFill>
                <a:latin typeface="Rockwell" panose="02060603020205020403" pitchFamily="18" charset="77"/>
              </a:defRPr>
            </a:lvl3pPr>
            <a:lvl4pPr marL="1600200" indent="-228600">
              <a:defRPr>
                <a:solidFill>
                  <a:schemeClr val="tx1"/>
                </a:solidFill>
                <a:latin typeface="Rockwell" panose="02060603020205020403" pitchFamily="18" charset="77"/>
              </a:defRPr>
            </a:lvl4pPr>
            <a:lvl5pPr marL="2057400" indent="-228600">
              <a:defRPr>
                <a:solidFill>
                  <a:schemeClr val="tx1"/>
                </a:solidFill>
                <a:latin typeface="Rockwell" panose="02060603020205020403" pitchFamily="18" charset="7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7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7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7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77"/>
              </a:defRPr>
            </a:lvl9pPr>
          </a:lstStyle>
          <a:p>
            <a:fld id="{469051DC-A24D-3E4B-BD18-1EB438AD44ED}" type="slidenum">
              <a:rPr lang="en-US" altLang="en-US" smtClean="0">
                <a:latin typeface="Calibri" panose="020F0502020204030204" pitchFamily="34" charset="0"/>
              </a:rPr>
              <a:pPr/>
              <a:t>3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Slide Image Placeholder 1">
            <a:extLst>
              <a:ext uri="{FF2B5EF4-FFF2-40B4-BE49-F238E27FC236}">
                <a16:creationId xmlns:a16="http://schemas.microsoft.com/office/drawing/2014/main" id="{1F5561D1-B841-91C1-B4EA-91259392FB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2" name="Notes Placeholder 2">
            <a:extLst>
              <a:ext uri="{FF2B5EF4-FFF2-40B4-BE49-F238E27FC236}">
                <a16:creationId xmlns:a16="http://schemas.microsoft.com/office/drawing/2014/main" id="{E3D35208-C639-1D24-D5EC-EAE93429A4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20483" name="Slide Number Placeholder 3">
            <a:extLst>
              <a:ext uri="{FF2B5EF4-FFF2-40B4-BE49-F238E27FC236}">
                <a16:creationId xmlns:a16="http://schemas.microsoft.com/office/drawing/2014/main" id="{2748617D-7624-0595-A6FC-F6642D32F61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Rockwell" panose="02060603020205020403" pitchFamily="18" charset="77"/>
              </a:defRPr>
            </a:lvl1pPr>
            <a:lvl2pPr marL="742950" indent="-285750">
              <a:defRPr>
                <a:solidFill>
                  <a:schemeClr val="tx1"/>
                </a:solidFill>
                <a:latin typeface="Rockwell" panose="02060603020205020403" pitchFamily="18" charset="77"/>
              </a:defRPr>
            </a:lvl2pPr>
            <a:lvl3pPr marL="1143000" indent="-228600">
              <a:defRPr>
                <a:solidFill>
                  <a:schemeClr val="tx1"/>
                </a:solidFill>
                <a:latin typeface="Rockwell" panose="02060603020205020403" pitchFamily="18" charset="77"/>
              </a:defRPr>
            </a:lvl3pPr>
            <a:lvl4pPr marL="1600200" indent="-228600">
              <a:defRPr>
                <a:solidFill>
                  <a:schemeClr val="tx1"/>
                </a:solidFill>
                <a:latin typeface="Rockwell" panose="02060603020205020403" pitchFamily="18" charset="77"/>
              </a:defRPr>
            </a:lvl4pPr>
            <a:lvl5pPr marL="2057400" indent="-228600">
              <a:defRPr>
                <a:solidFill>
                  <a:schemeClr val="tx1"/>
                </a:solidFill>
                <a:latin typeface="Rockwell" panose="02060603020205020403" pitchFamily="18" charset="7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7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7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7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77"/>
              </a:defRPr>
            </a:lvl9pPr>
          </a:lstStyle>
          <a:p>
            <a:fld id="{EB5AAC1B-A70E-B54C-BC9E-5B9C31F6722A}" type="slidenum">
              <a:rPr lang="en-US" altLang="en-US" smtClean="0">
                <a:latin typeface="Calibri" panose="020F0502020204030204" pitchFamily="34" charset="0"/>
              </a:rPr>
              <a:pPr/>
              <a:t>4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Slide Image Placeholder 1">
            <a:extLst>
              <a:ext uri="{FF2B5EF4-FFF2-40B4-BE49-F238E27FC236}">
                <a16:creationId xmlns:a16="http://schemas.microsoft.com/office/drawing/2014/main" id="{8E6103EE-5A90-4F6B-BB1A-506A58910B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0" name="Notes Placeholder 2">
            <a:extLst>
              <a:ext uri="{FF2B5EF4-FFF2-40B4-BE49-F238E27FC236}">
                <a16:creationId xmlns:a16="http://schemas.microsoft.com/office/drawing/2014/main" id="{A95CA624-E04F-DB3C-C49B-FF5434AA1B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22531" name="Slide Number Placeholder 3">
            <a:extLst>
              <a:ext uri="{FF2B5EF4-FFF2-40B4-BE49-F238E27FC236}">
                <a16:creationId xmlns:a16="http://schemas.microsoft.com/office/drawing/2014/main" id="{553A75BE-6055-0A61-4711-E5FE1536E53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Rockwell" panose="02060603020205020403" pitchFamily="18" charset="77"/>
              </a:defRPr>
            </a:lvl1pPr>
            <a:lvl2pPr marL="742950" indent="-285750">
              <a:defRPr>
                <a:solidFill>
                  <a:schemeClr val="tx1"/>
                </a:solidFill>
                <a:latin typeface="Rockwell" panose="02060603020205020403" pitchFamily="18" charset="77"/>
              </a:defRPr>
            </a:lvl2pPr>
            <a:lvl3pPr marL="1143000" indent="-228600">
              <a:defRPr>
                <a:solidFill>
                  <a:schemeClr val="tx1"/>
                </a:solidFill>
                <a:latin typeface="Rockwell" panose="02060603020205020403" pitchFamily="18" charset="77"/>
              </a:defRPr>
            </a:lvl3pPr>
            <a:lvl4pPr marL="1600200" indent="-228600">
              <a:defRPr>
                <a:solidFill>
                  <a:schemeClr val="tx1"/>
                </a:solidFill>
                <a:latin typeface="Rockwell" panose="02060603020205020403" pitchFamily="18" charset="77"/>
              </a:defRPr>
            </a:lvl4pPr>
            <a:lvl5pPr marL="2057400" indent="-228600">
              <a:defRPr>
                <a:solidFill>
                  <a:schemeClr val="tx1"/>
                </a:solidFill>
                <a:latin typeface="Rockwell" panose="02060603020205020403" pitchFamily="18" charset="7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7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7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7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77"/>
              </a:defRPr>
            </a:lvl9pPr>
          </a:lstStyle>
          <a:p>
            <a:fld id="{B9E5A42D-5353-2747-9198-1F3FA18F51E6}" type="slidenum">
              <a:rPr lang="en-US" altLang="en-US" smtClean="0">
                <a:latin typeface="Calibri" panose="020F0502020204030204" pitchFamily="34" charset="0"/>
              </a:rPr>
              <a:pPr/>
              <a:t>5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Slide Image Placeholder 1">
            <a:extLst>
              <a:ext uri="{FF2B5EF4-FFF2-40B4-BE49-F238E27FC236}">
                <a16:creationId xmlns:a16="http://schemas.microsoft.com/office/drawing/2014/main" id="{53289F3F-DA42-B340-35C7-8BBC664D2DB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4" name="Notes Placeholder 2">
            <a:extLst>
              <a:ext uri="{FF2B5EF4-FFF2-40B4-BE49-F238E27FC236}">
                <a16:creationId xmlns:a16="http://schemas.microsoft.com/office/drawing/2014/main" id="{65DF39E4-3CDA-9850-F635-2366A42B29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28675" name="Slide Number Placeholder 3">
            <a:extLst>
              <a:ext uri="{FF2B5EF4-FFF2-40B4-BE49-F238E27FC236}">
                <a16:creationId xmlns:a16="http://schemas.microsoft.com/office/drawing/2014/main" id="{0B0FB35C-D044-DF6A-ABCA-A607E7BF8EC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Rockwell" panose="02060603020205020403" pitchFamily="18" charset="77"/>
              </a:defRPr>
            </a:lvl1pPr>
            <a:lvl2pPr marL="742950" indent="-285750">
              <a:defRPr>
                <a:solidFill>
                  <a:schemeClr val="tx1"/>
                </a:solidFill>
                <a:latin typeface="Rockwell" panose="02060603020205020403" pitchFamily="18" charset="77"/>
              </a:defRPr>
            </a:lvl2pPr>
            <a:lvl3pPr marL="1143000" indent="-228600">
              <a:defRPr>
                <a:solidFill>
                  <a:schemeClr val="tx1"/>
                </a:solidFill>
                <a:latin typeface="Rockwell" panose="02060603020205020403" pitchFamily="18" charset="77"/>
              </a:defRPr>
            </a:lvl3pPr>
            <a:lvl4pPr marL="1600200" indent="-228600">
              <a:defRPr>
                <a:solidFill>
                  <a:schemeClr val="tx1"/>
                </a:solidFill>
                <a:latin typeface="Rockwell" panose="02060603020205020403" pitchFamily="18" charset="77"/>
              </a:defRPr>
            </a:lvl4pPr>
            <a:lvl5pPr marL="2057400" indent="-228600">
              <a:defRPr>
                <a:solidFill>
                  <a:schemeClr val="tx1"/>
                </a:solidFill>
                <a:latin typeface="Rockwell" panose="02060603020205020403" pitchFamily="18" charset="7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7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7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7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77"/>
              </a:defRPr>
            </a:lvl9pPr>
          </a:lstStyle>
          <a:p>
            <a:fld id="{D2E51EAB-B3E5-7F49-873F-8AEF9CEBB2BD}" type="slidenum">
              <a:rPr lang="en-US" altLang="en-US" smtClean="0">
                <a:latin typeface="Calibri" panose="020F0502020204030204" pitchFamily="34" charset="0"/>
              </a:rPr>
              <a:pPr/>
              <a:t>7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>
            <a:extLst>
              <a:ext uri="{FF2B5EF4-FFF2-40B4-BE49-F238E27FC236}">
                <a16:creationId xmlns:a16="http://schemas.microsoft.com/office/drawing/2014/main" id="{6859D6F8-1116-F16C-46D4-C2A92F5460D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6" name="Notes Placeholder 2">
            <a:extLst>
              <a:ext uri="{FF2B5EF4-FFF2-40B4-BE49-F238E27FC236}">
                <a16:creationId xmlns:a16="http://schemas.microsoft.com/office/drawing/2014/main" id="{52DFB6B3-ADD3-271B-8BD8-59A4A28511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1. function overloading or method overloading is the ability to create multiple functions of the same name with different implementations.</a:t>
            </a:r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E8C286BB-AC25-B376-3518-B6ED80C0C72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Rockwell" panose="02060603020205020403" pitchFamily="18" charset="77"/>
              </a:defRPr>
            </a:lvl1pPr>
            <a:lvl2pPr marL="742950" indent="-285750">
              <a:defRPr>
                <a:solidFill>
                  <a:schemeClr val="tx1"/>
                </a:solidFill>
                <a:latin typeface="Rockwell" panose="02060603020205020403" pitchFamily="18" charset="77"/>
              </a:defRPr>
            </a:lvl2pPr>
            <a:lvl3pPr marL="1143000" indent="-228600">
              <a:defRPr>
                <a:solidFill>
                  <a:schemeClr val="tx1"/>
                </a:solidFill>
                <a:latin typeface="Rockwell" panose="02060603020205020403" pitchFamily="18" charset="77"/>
              </a:defRPr>
            </a:lvl3pPr>
            <a:lvl4pPr marL="1600200" indent="-228600">
              <a:defRPr>
                <a:solidFill>
                  <a:schemeClr val="tx1"/>
                </a:solidFill>
                <a:latin typeface="Rockwell" panose="02060603020205020403" pitchFamily="18" charset="77"/>
              </a:defRPr>
            </a:lvl4pPr>
            <a:lvl5pPr marL="2057400" indent="-228600">
              <a:defRPr>
                <a:solidFill>
                  <a:schemeClr val="tx1"/>
                </a:solidFill>
                <a:latin typeface="Rockwell" panose="02060603020205020403" pitchFamily="18" charset="7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7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7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7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77"/>
              </a:defRPr>
            </a:lvl9pPr>
          </a:lstStyle>
          <a:p>
            <a:fld id="{854556E6-4763-1049-A7AC-0C7F983381E4}" type="slidenum">
              <a:rPr lang="en-US" altLang="en-US" smtClean="0">
                <a:latin typeface="Calibri" panose="020F0502020204030204" pitchFamily="34" charset="0"/>
              </a:rPr>
              <a:pPr/>
              <a:t>9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02B604C9-04BF-852C-ABD3-045F2DA3239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37DCB817-6A4A-23F2-C8CE-808C0A2BA4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356E403A-92B6-D2F2-3CC4-A0767B36A36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Rockwell" panose="02060603020205020403" pitchFamily="18" charset="77"/>
              </a:defRPr>
            </a:lvl1pPr>
            <a:lvl2pPr marL="742950" indent="-285750">
              <a:defRPr>
                <a:solidFill>
                  <a:schemeClr val="tx1"/>
                </a:solidFill>
                <a:latin typeface="Rockwell" panose="02060603020205020403" pitchFamily="18" charset="77"/>
              </a:defRPr>
            </a:lvl2pPr>
            <a:lvl3pPr marL="1143000" indent="-228600">
              <a:defRPr>
                <a:solidFill>
                  <a:schemeClr val="tx1"/>
                </a:solidFill>
                <a:latin typeface="Rockwell" panose="02060603020205020403" pitchFamily="18" charset="77"/>
              </a:defRPr>
            </a:lvl3pPr>
            <a:lvl4pPr marL="1600200" indent="-228600">
              <a:defRPr>
                <a:solidFill>
                  <a:schemeClr val="tx1"/>
                </a:solidFill>
                <a:latin typeface="Rockwell" panose="02060603020205020403" pitchFamily="18" charset="77"/>
              </a:defRPr>
            </a:lvl4pPr>
            <a:lvl5pPr marL="2057400" indent="-228600">
              <a:defRPr>
                <a:solidFill>
                  <a:schemeClr val="tx1"/>
                </a:solidFill>
                <a:latin typeface="Rockwell" panose="02060603020205020403" pitchFamily="18" charset="7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7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7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7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77"/>
              </a:defRPr>
            </a:lvl9pPr>
          </a:lstStyle>
          <a:p>
            <a:fld id="{A335FC5B-F972-9049-872F-1F7F1970A972}" type="slidenum">
              <a:rPr lang="en-US" altLang="en-US" smtClean="0">
                <a:latin typeface="Calibri" panose="020F0502020204030204" pitchFamily="34" charset="0"/>
              </a:rPr>
              <a:pPr/>
              <a:t>12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Slide Image Placeholder 1">
            <a:extLst>
              <a:ext uri="{FF2B5EF4-FFF2-40B4-BE49-F238E27FC236}">
                <a16:creationId xmlns:a16="http://schemas.microsoft.com/office/drawing/2014/main" id="{3863D7CB-F4BD-9CF2-FB90-A91FC498A0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0" name="Notes Placeholder 2">
            <a:extLst>
              <a:ext uri="{FF2B5EF4-FFF2-40B4-BE49-F238E27FC236}">
                <a16:creationId xmlns:a16="http://schemas.microsoft.com/office/drawing/2014/main" id="{A855341C-60B1-7481-3825-5EFD44EF04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Display:</a:t>
            </a:r>
          </a:p>
          <a:p>
            <a:r>
              <a:rPr lang="en-US" altLang="en-US"/>
              <a:t>Apple</a:t>
            </a:r>
          </a:p>
          <a:p>
            <a:r>
              <a:rPr lang="en-US" altLang="en-US"/>
              <a:t>Banana</a:t>
            </a:r>
          </a:p>
        </p:txBody>
      </p:sp>
      <p:sp>
        <p:nvSpPr>
          <p:cNvPr id="37891" name="Slide Number Placeholder 3">
            <a:extLst>
              <a:ext uri="{FF2B5EF4-FFF2-40B4-BE49-F238E27FC236}">
                <a16:creationId xmlns:a16="http://schemas.microsoft.com/office/drawing/2014/main" id="{77DCE11A-9C7C-AF99-1025-007920A70FA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Rockwell" panose="02060603020205020403" pitchFamily="18" charset="77"/>
              </a:defRPr>
            </a:lvl1pPr>
            <a:lvl2pPr marL="742950" indent="-285750">
              <a:defRPr>
                <a:solidFill>
                  <a:schemeClr val="tx1"/>
                </a:solidFill>
                <a:latin typeface="Rockwell" panose="02060603020205020403" pitchFamily="18" charset="77"/>
              </a:defRPr>
            </a:lvl2pPr>
            <a:lvl3pPr marL="1143000" indent="-228600">
              <a:defRPr>
                <a:solidFill>
                  <a:schemeClr val="tx1"/>
                </a:solidFill>
                <a:latin typeface="Rockwell" panose="02060603020205020403" pitchFamily="18" charset="77"/>
              </a:defRPr>
            </a:lvl3pPr>
            <a:lvl4pPr marL="1600200" indent="-228600">
              <a:defRPr>
                <a:solidFill>
                  <a:schemeClr val="tx1"/>
                </a:solidFill>
                <a:latin typeface="Rockwell" panose="02060603020205020403" pitchFamily="18" charset="77"/>
              </a:defRPr>
            </a:lvl4pPr>
            <a:lvl5pPr marL="2057400" indent="-228600">
              <a:defRPr>
                <a:solidFill>
                  <a:schemeClr val="tx1"/>
                </a:solidFill>
                <a:latin typeface="Rockwell" panose="02060603020205020403" pitchFamily="18" charset="7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7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7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7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77"/>
              </a:defRPr>
            </a:lvl9pPr>
          </a:lstStyle>
          <a:p>
            <a:fld id="{417A3A2B-312C-094C-93E1-041E7D497297}" type="slidenum">
              <a:rPr lang="en-US" altLang="en-US" smtClean="0">
                <a:latin typeface="Calibri" panose="020F0502020204030204" pitchFamily="34" charset="0"/>
              </a:rPr>
              <a:pPr/>
              <a:t>13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Slide Image Placeholder 1">
            <a:extLst>
              <a:ext uri="{FF2B5EF4-FFF2-40B4-BE49-F238E27FC236}">
                <a16:creationId xmlns:a16="http://schemas.microsoft.com/office/drawing/2014/main" id="{2950AB7D-38F1-6678-F6FC-A3B8D1EB03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8" name="Notes Placeholder 2">
            <a:extLst>
              <a:ext uri="{FF2B5EF4-FFF2-40B4-BE49-F238E27FC236}">
                <a16:creationId xmlns:a16="http://schemas.microsoft.com/office/drawing/2014/main" id="{C0CFB289-48AE-FA8C-7B39-1D0DC5D7AE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  <p:sp>
        <p:nvSpPr>
          <p:cNvPr id="39939" name="Slide Number Placeholder 3">
            <a:extLst>
              <a:ext uri="{FF2B5EF4-FFF2-40B4-BE49-F238E27FC236}">
                <a16:creationId xmlns:a16="http://schemas.microsoft.com/office/drawing/2014/main" id="{03415109-6D41-F4D9-6F81-9A28BA0DB20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Rockwell" panose="02060603020205020403" pitchFamily="18" charset="77"/>
              </a:defRPr>
            </a:lvl1pPr>
            <a:lvl2pPr marL="742950" indent="-285750">
              <a:defRPr>
                <a:solidFill>
                  <a:schemeClr val="tx1"/>
                </a:solidFill>
                <a:latin typeface="Rockwell" panose="02060603020205020403" pitchFamily="18" charset="77"/>
              </a:defRPr>
            </a:lvl2pPr>
            <a:lvl3pPr marL="1143000" indent="-228600">
              <a:defRPr>
                <a:solidFill>
                  <a:schemeClr val="tx1"/>
                </a:solidFill>
                <a:latin typeface="Rockwell" panose="02060603020205020403" pitchFamily="18" charset="77"/>
              </a:defRPr>
            </a:lvl3pPr>
            <a:lvl4pPr marL="1600200" indent="-228600">
              <a:defRPr>
                <a:solidFill>
                  <a:schemeClr val="tx1"/>
                </a:solidFill>
                <a:latin typeface="Rockwell" panose="02060603020205020403" pitchFamily="18" charset="77"/>
              </a:defRPr>
            </a:lvl4pPr>
            <a:lvl5pPr marL="2057400" indent="-228600">
              <a:defRPr>
                <a:solidFill>
                  <a:schemeClr val="tx1"/>
                </a:solidFill>
                <a:latin typeface="Rockwell" panose="02060603020205020403" pitchFamily="18" charset="7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7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7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7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77"/>
              </a:defRPr>
            </a:lvl9pPr>
          </a:lstStyle>
          <a:p>
            <a:fld id="{3BDC43DD-E76A-0745-98D7-98FC5B768D14}" type="slidenum">
              <a:rPr lang="en-US" altLang="en-US" smtClean="0">
                <a:latin typeface="Calibri" panose="020F0502020204030204" pitchFamily="34" charset="0"/>
              </a:rPr>
              <a:pPr/>
              <a:t>22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B7BF22B-F83B-D28C-B2E9-A0975D1ECAE2}"/>
              </a:ext>
            </a:extLst>
          </p:cNvPr>
          <p:cNvSpPr/>
          <p:nvPr/>
        </p:nvSpPr>
        <p:spPr>
          <a:xfrm>
            <a:off x="685800" y="1346947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B6C47D6-0387-422D-7CE9-608583B8F7C4}"/>
              </a:ext>
            </a:extLst>
          </p:cNvPr>
          <p:cNvSpPr/>
          <p:nvPr/>
        </p:nvSpPr>
        <p:spPr>
          <a:xfrm>
            <a:off x="685800" y="4282763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3EBDEF-3E26-6E30-7778-CFFB309E2919}"/>
              </a:ext>
            </a:extLst>
          </p:cNvPr>
          <p:cNvSpPr/>
          <p:nvPr/>
        </p:nvSpPr>
        <p:spPr>
          <a:xfrm>
            <a:off x="685800" y="1484779"/>
            <a:ext cx="7772400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7" name="Group 13">
            <a:extLst>
              <a:ext uri="{FF2B5EF4-FFF2-40B4-BE49-F238E27FC236}">
                <a16:creationId xmlns:a16="http://schemas.microsoft.com/office/drawing/2014/main" id="{CE7F30A8-9A7B-29AA-631D-3C25B24FDB2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234238" y="4106863"/>
            <a:ext cx="914400" cy="914400"/>
            <a:chOff x="9685338" y="4460675"/>
            <a:chExt cx="1080904" cy="1080902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CE0A4274-183C-45D6-B5B6-CA41A03D63C8}"/>
                </a:ext>
              </a:extLst>
            </p:cNvPr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000" kern="0" dirty="0">
                <a:solidFill>
                  <a:prstClr val="white"/>
                </a:solidFill>
                <a:latin typeface="Rockwell Extra Bold" pitchFamily="18" charset="0"/>
              </a:endParaRPr>
            </a:p>
          </p:txBody>
        </p:sp>
        <p:sp>
          <p:nvSpPr>
            <p:cNvPr id="9" name="Oval 15">
              <a:extLst>
                <a:ext uri="{FF2B5EF4-FFF2-40B4-BE49-F238E27FC236}">
                  <a16:creationId xmlns:a16="http://schemas.microsoft.com/office/drawing/2014/main" id="{524F9165-2A8B-A60C-2BE8-34E5A87AE8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4179" y="4569516"/>
              <a:ext cx="863222" cy="863220"/>
            </a:xfrm>
            <a:prstGeom prst="ellipse">
              <a:avLst/>
            </a:prstGeom>
            <a:noFill/>
            <a:ln w="25400" algn="ctr">
              <a:solidFill>
                <a:srgbClr val="FFFFFF"/>
              </a:solidFill>
              <a:round/>
              <a:headEnd/>
              <a:tailE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Rockwell" panose="02060603020205020403" pitchFamily="18" charset="7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Rockwell" panose="02060603020205020403" pitchFamily="18" charset="7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Rockwell" panose="02060603020205020403" pitchFamily="18" charset="7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Rockwell" panose="02060603020205020403" pitchFamily="18" charset="7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Rockwell" panose="02060603020205020403" pitchFamily="18" charset="77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77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77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77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77"/>
                </a:defRPr>
              </a:lvl9pPr>
            </a:lstStyle>
            <a:p>
              <a:pPr algn="ctr" eaLnBrk="1" hangingPunct="1">
                <a:defRPr/>
              </a:pPr>
              <a:endParaRPr lang="en-US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432223"/>
            <a:ext cx="7593330" cy="3035808"/>
          </a:xfrm>
        </p:spPr>
        <p:txBody>
          <a:bodyPr>
            <a:noAutofit/>
          </a:bodyPr>
          <a:lstStyle>
            <a:lvl1pPr algn="l">
              <a:lnSpc>
                <a:spcPct val="80000"/>
              </a:lnSpc>
              <a:defRPr sz="6400" b="0" cap="all" baseline="0">
                <a:blipFill dpi="0" rotWithShape="1">
                  <a:blip r:embed="rId3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4389120"/>
            <a:ext cx="5918454" cy="1069848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F282AB4-3ED9-B159-736A-456C79502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E6303DF2-AE90-9319-2020-1DC5BDAC0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2800" y="6272213"/>
            <a:ext cx="4745038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01F00E54-3CE1-13A3-5318-61A02FF3D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43763" y="4227513"/>
            <a:ext cx="895350" cy="639762"/>
          </a:xfrm>
        </p:spPr>
        <p:txBody>
          <a:bodyPr/>
          <a:lstStyle>
            <a:lvl1pPr>
              <a:defRPr sz="2800"/>
            </a:lvl1pPr>
          </a:lstStyle>
          <a:p>
            <a:pPr>
              <a:defRPr/>
            </a:pPr>
            <a:fld id="{8FF95140-8DBF-0346-B919-D8F9AB113D1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12088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7E8580-9E4B-CEFB-78E1-904A29F68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2F7796-ABDA-86AF-3ADB-9B8BC4264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D3530B-0E94-0A6E-AD26-E0AA64533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B795A5-B441-1741-A136-3043C299CAB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22995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B423704-3BBB-66CB-510F-5A4B7508B5BE}"/>
              </a:ext>
            </a:extLst>
          </p:cNvPr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5" name="Group 10">
            <a:extLst>
              <a:ext uri="{FF2B5EF4-FFF2-40B4-BE49-F238E27FC236}">
                <a16:creationId xmlns:a16="http://schemas.microsoft.com/office/drawing/2014/main" id="{91504354-5BB0-01E1-8D6C-6F48C5B1F67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33413" y="2430463"/>
            <a:ext cx="914400" cy="914400"/>
            <a:chOff x="9685338" y="4460675"/>
            <a:chExt cx="1080904" cy="1080902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06FC27A6-6A40-40EC-E7EF-07D28EC3D1DC}"/>
                </a:ext>
              </a:extLst>
            </p:cNvPr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000" kern="0" dirty="0">
                <a:solidFill>
                  <a:prstClr val="white"/>
                </a:solidFill>
                <a:latin typeface="Rockwell Extra Bold" pitchFamily="18" charset="0"/>
              </a:endParaRPr>
            </a:p>
          </p:txBody>
        </p:sp>
        <p:sp>
          <p:nvSpPr>
            <p:cNvPr id="7" name="Oval 13">
              <a:extLst>
                <a:ext uri="{FF2B5EF4-FFF2-40B4-BE49-F238E27FC236}">
                  <a16:creationId xmlns:a16="http://schemas.microsoft.com/office/drawing/2014/main" id="{2FACC8C2-2A12-86B9-2D8D-4D012357CA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4179" y="4569516"/>
              <a:ext cx="863222" cy="863220"/>
            </a:xfrm>
            <a:prstGeom prst="ellipse">
              <a:avLst/>
            </a:prstGeom>
            <a:noFill/>
            <a:ln w="25400" algn="ctr">
              <a:solidFill>
                <a:srgbClr val="FFFFFF"/>
              </a:solidFill>
              <a:round/>
              <a:headEnd/>
              <a:tailE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Rockwell" panose="02060603020205020403" pitchFamily="18" charset="7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Rockwell" panose="02060603020205020403" pitchFamily="18" charset="7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Rockwell" panose="02060603020205020403" pitchFamily="18" charset="7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Rockwell" panose="02060603020205020403" pitchFamily="18" charset="7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Rockwell" panose="02060603020205020403" pitchFamily="18" charset="77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77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77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77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77"/>
                </a:defRPr>
              </a:lvl9pPr>
            </a:lstStyle>
            <a:p>
              <a:pPr algn="ctr" eaLnBrk="1" hangingPunct="1">
                <a:defRPr/>
              </a:pPr>
              <a:endParaRPr lang="en-US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/>
          <a:lstStyle>
            <a:lvl1pPr>
              <a:lnSpc>
                <a:spcPct val="80000"/>
              </a:lnSpc>
              <a:defRPr sz="6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0" y="5020056"/>
            <a:ext cx="6789420" cy="1066800"/>
          </a:xfrm>
        </p:spPr>
        <p:txBody>
          <a:bodyPr>
            <a:normAutofit/>
          </a:bodyPr>
          <a:lstStyle>
            <a:lvl1pPr marL="0" indent="0">
              <a:buNone/>
              <a:defRPr sz="18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22F92DB0-CBD7-94E5-83EF-4FE0554F3F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45250" y="6272213"/>
            <a:ext cx="1982788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3F9CC32F-8976-E148-E7A3-262D85447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36713" y="6272213"/>
            <a:ext cx="4745037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25DFAD1-A8A3-4F3D-1B4E-A40D760F9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6113" y="2508250"/>
            <a:ext cx="890587" cy="720725"/>
          </a:xfrm>
        </p:spPr>
        <p:txBody>
          <a:bodyPr/>
          <a:lstStyle>
            <a:lvl1pPr>
              <a:defRPr sz="2800"/>
            </a:lvl1pPr>
          </a:lstStyle>
          <a:p>
            <a:pPr>
              <a:defRPr/>
            </a:pPr>
            <a:fld id="{EAF3D4C2-0592-914F-BFB7-6916045D5BC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86474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2218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547EE69-1FC3-7897-A04D-BEC5035BA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D3E011F-7E69-1742-5300-701C37645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6AF5442-5C62-726A-E9F1-6FD45F042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74A6BD-43F6-CC41-B7AD-17716FE2D32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7591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0793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0793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491B0F63-9476-4C50-096D-9FBDA13B1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595791B-F478-8234-CF10-75AC03797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B14D982-FF2F-B9C7-7485-DCA563D6B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D6AFB7-D73E-A342-AF11-2253578ADE8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902819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4AF98B04-765F-AD6E-782E-3E205E05B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F84EC64-730F-8E38-C7E5-C4CDDAA6F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0A768D5-2358-FC32-786F-45B6FA702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F148C0-CBC8-0344-8249-EAEF4F38029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630708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02DBDE69-12C5-9AA3-14FE-F34E35649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B8BB5B6-0DE2-C538-C9DF-E8A27C7F6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272B093-BF2F-132C-6A2D-ECC892AF5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912CB1-5C8A-0B4C-A928-811638C99F4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42963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EC61078-742B-F801-4E55-4204AF12E94E}"/>
              </a:ext>
            </a:extLst>
          </p:cNvPr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grpSp>
        <p:nvGrpSpPr>
          <p:cNvPr id="6" name="Group 10">
            <a:extLst>
              <a:ext uri="{FF2B5EF4-FFF2-40B4-BE49-F238E27FC236}">
                <a16:creationId xmlns:a16="http://schemas.microsoft.com/office/drawing/2014/main" id="{A222BA97-92CE-844E-F4D3-B96FFA0C06D3}"/>
              </a:ext>
            </a:extLst>
          </p:cNvPr>
          <p:cNvGrpSpPr>
            <a:grpSpLocks/>
          </p:cNvGrpSpPr>
          <p:nvPr/>
        </p:nvGrpSpPr>
        <p:grpSpPr bwMode="auto">
          <a:xfrm>
            <a:off x="8523288" y="6254750"/>
            <a:ext cx="392112" cy="393700"/>
            <a:chOff x="8532189" y="5068824"/>
            <a:chExt cx="393192" cy="393192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D1A99523-B01E-A412-70D4-651F2351166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000" kern="0" dirty="0">
                <a:solidFill>
                  <a:prstClr val="white"/>
                </a:solidFill>
                <a:latin typeface="Rockwell Extra Bold" pitchFamily="18" charset="0"/>
              </a:endParaRPr>
            </a:p>
          </p:txBody>
        </p:sp>
        <p:sp>
          <p:nvSpPr>
            <p:cNvPr id="8" name="Oval 13">
              <a:extLst>
                <a:ext uri="{FF2B5EF4-FFF2-40B4-BE49-F238E27FC236}">
                  <a16:creationId xmlns:a16="http://schemas.microsoft.com/office/drawing/2014/main" id="{FD2E20B2-2EE4-04F6-FA67-970D89B4AD4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8568802" y="5105290"/>
              <a:ext cx="319967" cy="320261"/>
            </a:xfrm>
            <a:prstGeom prst="ellipse">
              <a:avLst/>
            </a:prstGeom>
            <a:noFill/>
            <a:ln w="12700" algn="ctr">
              <a:solidFill>
                <a:srgbClr val="FFFFFF"/>
              </a:solidFill>
              <a:round/>
              <a:headEnd/>
              <a:tailE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Rockwell" panose="02060603020205020403" pitchFamily="18" charset="7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Rockwell" panose="02060603020205020403" pitchFamily="18" charset="7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Rockwell" panose="02060603020205020403" pitchFamily="18" charset="7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Rockwell" panose="02060603020205020403" pitchFamily="18" charset="7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Rockwell" panose="02060603020205020403" pitchFamily="18" charset="77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77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77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77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77"/>
                </a:defRPr>
              </a:lvl9pPr>
            </a:lstStyle>
            <a:p>
              <a:pPr algn="ctr" eaLnBrk="1" hangingPunct="1">
                <a:defRPr/>
              </a:pPr>
              <a:endParaRPr lang="en-US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/>
          <a:lstStyle>
            <a:lvl1pPr>
              <a:defRPr sz="2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85800"/>
            <a:ext cx="5033772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1CB9851A-7201-310A-C237-23980EAB7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22BFBE9-BA1E-E4B8-0EB8-AF4B6F5DC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9019AC0-3FAC-B758-2232-770BB3F1D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6463B9-BBEF-1E4B-9FA6-5E1EF6095BE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94358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FFC7A9-B1F4-7997-B970-0C74CE94F9F7}"/>
              </a:ext>
            </a:extLst>
          </p:cNvPr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6" name="Group 10">
            <a:extLst>
              <a:ext uri="{FF2B5EF4-FFF2-40B4-BE49-F238E27FC236}">
                <a16:creationId xmlns:a16="http://schemas.microsoft.com/office/drawing/2014/main" id="{43507F5C-C0DC-16E9-2399-797219FCA3A0}"/>
              </a:ext>
            </a:extLst>
          </p:cNvPr>
          <p:cNvGrpSpPr>
            <a:grpSpLocks/>
          </p:cNvGrpSpPr>
          <p:nvPr/>
        </p:nvGrpSpPr>
        <p:grpSpPr bwMode="auto">
          <a:xfrm>
            <a:off x="8523288" y="6254750"/>
            <a:ext cx="392112" cy="393700"/>
            <a:chOff x="8532189" y="5068824"/>
            <a:chExt cx="393192" cy="393192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5C1EFC21-2711-CDDC-6C53-30D83B6D878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000" kern="0" dirty="0">
                <a:solidFill>
                  <a:prstClr val="white"/>
                </a:solidFill>
                <a:latin typeface="Rockwell Extra Bold" pitchFamily="18" charset="0"/>
              </a:endParaRPr>
            </a:p>
          </p:txBody>
        </p:sp>
        <p:sp>
          <p:nvSpPr>
            <p:cNvPr id="8" name="Oval 13">
              <a:extLst>
                <a:ext uri="{FF2B5EF4-FFF2-40B4-BE49-F238E27FC236}">
                  <a16:creationId xmlns:a16="http://schemas.microsoft.com/office/drawing/2014/main" id="{9BAAA6FC-4695-CF39-8AC3-2466DE857F7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8568802" y="5105290"/>
              <a:ext cx="319967" cy="320261"/>
            </a:xfrm>
            <a:prstGeom prst="ellipse">
              <a:avLst/>
            </a:prstGeom>
            <a:noFill/>
            <a:ln w="12700" algn="ctr">
              <a:solidFill>
                <a:srgbClr val="FFFFFF"/>
              </a:solidFill>
              <a:round/>
              <a:headEnd/>
              <a:tailE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Rockwell" panose="02060603020205020403" pitchFamily="18" charset="7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Rockwell" panose="02060603020205020403" pitchFamily="18" charset="7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Rockwell" panose="02060603020205020403" pitchFamily="18" charset="7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Rockwell" panose="02060603020205020403" pitchFamily="18" charset="7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Rockwell" panose="02060603020205020403" pitchFamily="18" charset="77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77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77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77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77"/>
                </a:defRPr>
              </a:lvl9pPr>
            </a:lstStyle>
            <a:p>
              <a:pPr algn="ctr" eaLnBrk="1" hangingPunct="1">
                <a:defRPr/>
              </a:pPr>
              <a:endParaRPr lang="en-US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/>
          <a:lstStyle>
            <a:lvl1pPr>
              <a:defRPr sz="2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227805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Date Placeholder 7">
            <a:extLst>
              <a:ext uri="{FF2B5EF4-FFF2-40B4-BE49-F238E27FC236}">
                <a16:creationId xmlns:a16="http://schemas.microsoft.com/office/drawing/2014/main" id="{B5FB3C78-9B11-7ADF-6871-C11543483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BCC4D7C-2B2A-29DC-EF66-2282B6FFEAE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101E6E-91B9-CC48-9544-F37561E7029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93301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C05DBC-A02C-099E-7E7A-56C0AF835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10EFCC-1D22-2F37-5BC2-CA00B61C2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774DCE-AB57-6725-4DFA-4F595B0F3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5AEFF2-8A9D-AB4B-8A0C-E8416FB54CD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92845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33400"/>
            <a:ext cx="1914525" cy="5638800"/>
          </a:xfrm>
        </p:spPr>
        <p:txBody>
          <a:bodyPr vert="eaVert"/>
          <a:lstStyle>
            <a:lvl1pPr>
              <a:defRPr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533400"/>
            <a:ext cx="5629275" cy="56388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AB008E-AE7E-97A9-AEE9-072E2E27F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432F43-E1BB-45A8-1E47-BF9B29F44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295D98-76D5-36C8-9063-C99D1466C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0EC99E-9518-1D40-B890-DEC9EA1A15A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016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11">
            <a:extLst>
              <a:ext uri="{FF2B5EF4-FFF2-40B4-BE49-F238E27FC236}">
                <a16:creationId xmlns:a16="http://schemas.microsoft.com/office/drawing/2014/main" id="{76610F6D-1B15-FA4F-9AE8-5BED928BE460}"/>
              </a:ext>
            </a:extLst>
          </p:cNvPr>
          <p:cNvGrpSpPr>
            <a:grpSpLocks/>
          </p:cNvGrpSpPr>
          <p:nvPr/>
        </p:nvGrpSpPr>
        <p:grpSpPr bwMode="auto">
          <a:xfrm>
            <a:off x="8523288" y="6254750"/>
            <a:ext cx="392112" cy="393700"/>
            <a:chOff x="8532189" y="5068824"/>
            <a:chExt cx="393192" cy="393192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E22B05C-CEC0-E472-8315-EAD6C53C886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000" kern="0" dirty="0">
                <a:solidFill>
                  <a:prstClr val="white"/>
                </a:solidFill>
                <a:latin typeface="Rockwell Extra Bold" pitchFamily="18" charset="0"/>
              </a:endParaRPr>
            </a:p>
          </p:txBody>
        </p:sp>
        <p:sp>
          <p:nvSpPr>
            <p:cNvPr id="6155" name="Oval 8">
              <a:extLst>
                <a:ext uri="{FF2B5EF4-FFF2-40B4-BE49-F238E27FC236}">
                  <a16:creationId xmlns:a16="http://schemas.microsoft.com/office/drawing/2014/main" id="{1E45C404-65D8-C82A-889C-D6BFA9E3E352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8568802" y="5105290"/>
              <a:ext cx="319967" cy="320261"/>
            </a:xfrm>
            <a:prstGeom prst="ellipse">
              <a:avLst/>
            </a:prstGeom>
            <a:noFill/>
            <a:ln w="12700" algn="ctr">
              <a:solidFill>
                <a:srgbClr val="FFFFFF"/>
              </a:solidFill>
              <a:round/>
              <a:headEnd/>
              <a:tailE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Rockwell" panose="02060603020205020403" pitchFamily="18" charset="77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Rockwell" panose="02060603020205020403" pitchFamily="18" charset="77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Rockwell" panose="02060603020205020403" pitchFamily="18" charset="77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Rockwell" panose="02060603020205020403" pitchFamily="18" charset="77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Rockwell" panose="02060603020205020403" pitchFamily="18" charset="77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77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77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77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Rockwell" panose="02060603020205020403" pitchFamily="18" charset="77"/>
                </a:defRPr>
              </a:lvl9pPr>
            </a:lstStyle>
            <a:p>
              <a:pPr algn="ctr" eaLnBrk="1" hangingPunct="1">
                <a:defRPr/>
              </a:pPr>
              <a:endParaRPr lang="en-US" altLang="en-US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E12E53-4FEF-C15C-9C5F-3AE2AFAC5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84188"/>
            <a:ext cx="7772400" cy="16097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28" name="Text Placeholder 2">
            <a:extLst>
              <a:ext uri="{FF2B5EF4-FFF2-40B4-BE49-F238E27FC236}">
                <a16:creationId xmlns:a16="http://schemas.microsoft.com/office/drawing/2014/main" id="{EBCF6D6A-933D-911E-E44C-88CBE6A1EB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2120900"/>
            <a:ext cx="7772400" cy="405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  <a:endParaRPr lang="en-US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9F5ED9-C200-2395-650C-79869887D9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92813" y="6272213"/>
            <a:ext cx="2454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000">
                <a:solidFill>
                  <a:schemeClr val="accent1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EDF0F1-1286-FBDE-9AC7-ACE050B693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5800" y="6272213"/>
            <a:ext cx="47450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solidFill>
                  <a:schemeClr val="accent1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90660-2641-FEFB-1211-A75FF37D33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83600" y="6272213"/>
            <a:ext cx="479425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1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402AEA70-2223-AA4B-804A-4F4967D5599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86" r:id="rId1"/>
    <p:sldLayoutId id="2147483979" r:id="rId2"/>
    <p:sldLayoutId id="2147483987" r:id="rId3"/>
    <p:sldLayoutId id="2147483980" r:id="rId4"/>
    <p:sldLayoutId id="2147483981" r:id="rId5"/>
    <p:sldLayoutId id="2147483982" r:id="rId6"/>
    <p:sldLayoutId id="2147483983" r:id="rId7"/>
    <p:sldLayoutId id="2147483988" r:id="rId8"/>
    <p:sldLayoutId id="2147483989" r:id="rId9"/>
    <p:sldLayoutId id="2147483984" r:id="rId10"/>
    <p:sldLayoutId id="2147483985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200" kern="1200" cap="all">
          <a:blipFill>
            <a:blip r:embed="rId14"/>
            <a:tile tx="6350" ty="-127000" sx="65000" sy="64000" flip="none" algn="tl"/>
          </a:blip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Rockwell Condensed" panose="02060603050405020104" pitchFamily="18" charset="77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Rockwell Condensed" panose="02060603050405020104" pitchFamily="18" charset="77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Rockwell Condensed" panose="02060603050405020104" pitchFamily="18" charset="77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Rockwell Condensed" panose="02060603050405020104" pitchFamily="18" charset="77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Rockwell Condensed" panose="02060603050405020104" pitchFamily="18" charset="77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Rockwell Condensed" panose="02060603050405020104" pitchFamily="18" charset="77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Rockwell Condensed" panose="02060603050405020104" pitchFamily="18" charset="77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200">
          <a:solidFill>
            <a:schemeClr val="tx1"/>
          </a:solidFill>
          <a:latin typeface="Rockwell Condensed" panose="02060603050405020104" pitchFamily="18" charset="77"/>
        </a:defRPr>
      </a:lvl9pPr>
    </p:titleStyle>
    <p:bodyStyle>
      <a:lvl1pPr marL="182563" indent="-182563" algn="l" rtl="0" eaLnBrk="0" fontAlgn="base" hangingPunct="0">
        <a:lnSpc>
          <a:spcPct val="90000"/>
        </a:lnSpc>
        <a:spcBef>
          <a:spcPts val="1200"/>
        </a:spcBef>
        <a:spcAft>
          <a:spcPct val="0"/>
        </a:spcAft>
        <a:buClr>
          <a:srgbClr val="9E3611"/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563" algn="l" rtl="0" eaLnBrk="0" fontAlgn="base" hangingPunct="0">
        <a:lnSpc>
          <a:spcPct val="90000"/>
        </a:lnSpc>
        <a:spcBef>
          <a:spcPts val="400"/>
        </a:spcBef>
        <a:spcAft>
          <a:spcPts val="200"/>
        </a:spcAft>
        <a:buClr>
          <a:srgbClr val="9E3611"/>
        </a:buClr>
        <a:buSzPct val="85000"/>
        <a:buFont typeface="Wingdings" pitchFamily="2" charset="2"/>
        <a:buChar char="§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730250" indent="-182563" algn="l" rtl="0" eaLnBrk="0" fontAlgn="base" hangingPunct="0">
        <a:lnSpc>
          <a:spcPct val="90000"/>
        </a:lnSpc>
        <a:spcBef>
          <a:spcPts val="400"/>
        </a:spcBef>
        <a:spcAft>
          <a:spcPts val="200"/>
        </a:spcAft>
        <a:buClr>
          <a:srgbClr val="9E3611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4888" indent="-182563" algn="l" rtl="0" eaLnBrk="0" fontAlgn="base" hangingPunct="0">
        <a:lnSpc>
          <a:spcPct val="90000"/>
        </a:lnSpc>
        <a:spcBef>
          <a:spcPts val="400"/>
        </a:spcBef>
        <a:spcAft>
          <a:spcPts val="200"/>
        </a:spcAft>
        <a:buClr>
          <a:srgbClr val="9E3611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79525" indent="-182563" algn="l" rtl="0" eaLnBrk="0" fontAlgn="base" hangingPunct="0">
        <a:lnSpc>
          <a:spcPct val="90000"/>
        </a:lnSpc>
        <a:spcBef>
          <a:spcPts val="400"/>
        </a:spcBef>
        <a:spcAft>
          <a:spcPts val="200"/>
        </a:spcAft>
        <a:buClr>
          <a:srgbClr val="9E3611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if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DD7A7D95-5FB8-3810-0B6B-E2328FEF78C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3200" dirty="0"/>
              <a:t>BIIT 2305</a:t>
            </a:r>
            <a:br>
              <a:rPr lang="en-US" sz="3200" dirty="0"/>
            </a:br>
            <a:r>
              <a:rPr lang="en-US" sz="3200" dirty="0"/>
              <a:t>Web Application Development</a:t>
            </a:r>
            <a:br>
              <a:rPr lang="en-US" sz="3200" dirty="0"/>
            </a:br>
            <a:br>
              <a:rPr lang="en-US" sz="3200" dirty="0"/>
            </a:br>
            <a:r>
              <a:rPr lang="en-US" sz="3600" dirty="0"/>
              <a:t>Object-Oriented Programming (OOP)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DE4FC55C-593B-9D2B-8E78-08497763940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990600" y="4570413"/>
            <a:ext cx="7239000" cy="2058987"/>
          </a:xfrm>
        </p:spPr>
        <p:txBody>
          <a:bodyPr rtlCol="0"/>
          <a:lstStyle/>
          <a:p>
            <a:pPr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sz="2400" dirty="0">
                <a:latin typeface="Arial" charset="0"/>
              </a:rPr>
              <a:t>Instructor :</a:t>
            </a:r>
          </a:p>
          <a:p>
            <a:pPr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sz="2400" dirty="0">
                <a:latin typeface="Arial" charset="0"/>
              </a:rPr>
              <a:t>Dr. </a:t>
            </a:r>
            <a:r>
              <a:rPr lang="en-US" sz="2400" dirty="0" err="1">
                <a:latin typeface="Arial" charset="0"/>
              </a:rPr>
              <a:t>Najhan</a:t>
            </a:r>
            <a:r>
              <a:rPr lang="en-US" sz="2400" dirty="0">
                <a:latin typeface="Arial" charset="0"/>
              </a:rPr>
              <a:t> M. Ibrahim</a:t>
            </a:r>
          </a:p>
          <a:p>
            <a:pPr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sz="2400" dirty="0">
                <a:latin typeface="Arial" charset="0"/>
              </a:rPr>
              <a:t>Department of Information Systems</a:t>
            </a:r>
          </a:p>
          <a:p>
            <a:pPr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US" sz="2400" dirty="0" err="1">
                <a:latin typeface="Arial" charset="0"/>
              </a:rPr>
              <a:t>Kulliyyah</a:t>
            </a:r>
            <a:r>
              <a:rPr lang="en-US" sz="2400" dirty="0">
                <a:latin typeface="Arial" charset="0"/>
              </a:rPr>
              <a:t> of ICT, IIUM.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>
            <a:extLst>
              <a:ext uri="{FF2B5EF4-FFF2-40B4-BE49-F238E27FC236}">
                <a16:creationId xmlns:a16="http://schemas.microsoft.com/office/drawing/2014/main" id="{9C3BBD94-073A-FAD3-79E2-B273CB7808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484632"/>
            <a:ext cx="7772400" cy="1609344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MY" b="1" dirty="0">
                <a:highlight>
                  <a:srgbClr val="FFFF00"/>
                </a:highlight>
              </a:rPr>
              <a:t>What is Object-Oriented Programming (OOP)? </a:t>
            </a:r>
            <a:endParaRPr lang="en-MY" dirty="0">
              <a:highlight>
                <a:srgbClr val="FFFF00"/>
              </a:highlight>
            </a:endParaRPr>
          </a:p>
        </p:txBody>
      </p:sp>
      <p:sp>
        <p:nvSpPr>
          <p:cNvPr id="16386" name="Content Placeholder 2">
            <a:extLst>
              <a:ext uri="{FF2B5EF4-FFF2-40B4-BE49-F238E27FC236}">
                <a16:creationId xmlns:a16="http://schemas.microsoft.com/office/drawing/2014/main" id="{6C16FE0C-8FD8-1F14-9299-F9D56BABB64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MY" altLang="en-US" sz="3200"/>
              <a:t>It is a pattern of programming, which the solution to a programming problem is based on </a:t>
            </a:r>
            <a:r>
              <a:rPr lang="en-MY" altLang="en-US" sz="3200">
                <a:solidFill>
                  <a:srgbClr val="FF0000"/>
                </a:solidFill>
              </a:rPr>
              <a:t>collaborating</a:t>
            </a:r>
            <a:r>
              <a:rPr lang="en-MY" altLang="en-US" sz="3200"/>
              <a:t> objects or components. </a:t>
            </a:r>
          </a:p>
          <a:p>
            <a:pPr eaLnBrk="1" hangingPunct="1"/>
            <a:endParaRPr lang="en-US" altLang="en-US"/>
          </a:p>
        </p:txBody>
      </p:sp>
      <p:pic>
        <p:nvPicPr>
          <p:cNvPr id="16387" name="Picture 1">
            <a:extLst>
              <a:ext uri="{FF2B5EF4-FFF2-40B4-BE49-F238E27FC236}">
                <a16:creationId xmlns:a16="http://schemas.microsoft.com/office/drawing/2014/main" id="{53ED46D7-CA26-1644-B4D8-030B11BC2A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500" y="4246563"/>
            <a:ext cx="4953000" cy="210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47313-14E0-494D-1971-5D2573BCD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MY" b="1" dirty="0">
                <a:highlight>
                  <a:srgbClr val="FFFF00"/>
                </a:highlight>
              </a:rPr>
              <a:t>What is class in Object-Oriented Programming? 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43BBF-6C77-F122-88D6-E76AF574E4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 fontScale="92500" lnSpcReduction="10000"/>
          </a:bodyPr>
          <a:lstStyle/>
          <a:p>
            <a:pPr marL="0" indent="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itchFamily="2" charset="2"/>
              <a:buNone/>
              <a:defRPr/>
            </a:pPr>
            <a:r>
              <a:rPr lang="en-MY" sz="3200" dirty="0"/>
              <a:t>A </a:t>
            </a:r>
            <a:r>
              <a:rPr lang="en-MY" sz="3200" b="1" dirty="0">
                <a:solidFill>
                  <a:srgbClr val="FF0000"/>
                </a:solidFill>
              </a:rPr>
              <a:t>class</a:t>
            </a:r>
            <a:r>
              <a:rPr lang="en-MY" sz="3200" dirty="0"/>
              <a:t> is a template or blueprint for an object. It contains: </a:t>
            </a:r>
          </a:p>
          <a:p>
            <a:pPr marL="0" indent="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itchFamily="2" charset="2"/>
              <a:buNone/>
              <a:defRPr/>
            </a:pPr>
            <a:endParaRPr lang="en-MY" sz="3200" dirty="0"/>
          </a:p>
          <a:p>
            <a:pPr marL="0" indent="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itchFamily="2" charset="2"/>
              <a:buNone/>
              <a:defRPr/>
            </a:pPr>
            <a:r>
              <a:rPr lang="en-MY" sz="3200" dirty="0"/>
              <a:t>     </a:t>
            </a:r>
            <a:r>
              <a:rPr lang="en-MY" sz="3200" dirty="0" err="1"/>
              <a:t>i</a:t>
            </a:r>
            <a:r>
              <a:rPr lang="en-MY" sz="3200" dirty="0"/>
              <a:t>. </a:t>
            </a:r>
            <a:r>
              <a:rPr lang="en-MY" sz="3200" b="1" dirty="0">
                <a:solidFill>
                  <a:srgbClr val="FF0000"/>
                </a:solidFill>
              </a:rPr>
              <a:t>Properties</a:t>
            </a:r>
            <a:r>
              <a:rPr lang="en-MY" sz="3200" dirty="0"/>
              <a:t> (characteristics or attributes or class variables or local variables) </a:t>
            </a:r>
          </a:p>
          <a:p>
            <a:pPr marL="0" indent="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itchFamily="2" charset="2"/>
              <a:buNone/>
              <a:defRPr/>
            </a:pPr>
            <a:endParaRPr lang="en-MY" sz="3200" dirty="0"/>
          </a:p>
          <a:p>
            <a:pPr marL="0" indent="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itchFamily="2" charset="2"/>
              <a:buNone/>
              <a:defRPr/>
            </a:pPr>
            <a:r>
              <a:rPr lang="en-MY" sz="3200" dirty="0"/>
              <a:t>    ii. </a:t>
            </a:r>
            <a:r>
              <a:rPr lang="en-MY" sz="3200" b="1" dirty="0" err="1">
                <a:solidFill>
                  <a:srgbClr val="FF0000"/>
                </a:solidFill>
              </a:rPr>
              <a:t>Behaviors</a:t>
            </a:r>
            <a:r>
              <a:rPr lang="en-MY" sz="3200" dirty="0"/>
              <a:t> (function or procedure or method). </a:t>
            </a:r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07767-797E-A6F0-B328-C59440E13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658368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MY" dirty="0">
                <a:solidFill>
                  <a:srgbClr val="FF0000"/>
                </a:solidFill>
                <a:highlight>
                  <a:srgbClr val="FFFF00"/>
                </a:highlight>
              </a:rPr>
              <a:t>Example</a:t>
            </a:r>
            <a:r>
              <a:rPr lang="en-MY" dirty="0"/>
              <a:t>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82D91-9C44-CBBF-19CA-F8F8C4A11E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371600"/>
            <a:ext cx="7772400" cy="5334000"/>
          </a:xfrm>
        </p:spPr>
        <p:txBody>
          <a:bodyPr rtlCol="0">
            <a:normAutofit/>
          </a:bodyPr>
          <a:lstStyle/>
          <a:p>
            <a:pPr marL="0" indent="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itchFamily="2" charset="2"/>
              <a:buNone/>
              <a:defRPr/>
            </a:pPr>
            <a:r>
              <a:rPr lang="en-MY" sz="2400" dirty="0"/>
              <a:t>&lt;?php </a:t>
            </a:r>
          </a:p>
          <a:p>
            <a:pPr marL="0" indent="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itchFamily="2" charset="2"/>
              <a:buNone/>
              <a:defRPr/>
            </a:pPr>
            <a:r>
              <a:rPr lang="en-MY" sz="2400" b="1" dirty="0"/>
              <a:t>/* class Name */ </a:t>
            </a:r>
          </a:p>
          <a:p>
            <a:pPr marL="0" indent="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itchFamily="2" charset="2"/>
              <a:buNone/>
              <a:defRPr/>
            </a:pPr>
            <a:r>
              <a:rPr lang="en-MY" sz="2400" dirty="0"/>
              <a:t>class </a:t>
            </a:r>
            <a:r>
              <a:rPr lang="en-MY" sz="2400" dirty="0">
                <a:solidFill>
                  <a:srgbClr val="FF0000"/>
                </a:solidFill>
              </a:rPr>
              <a:t>Student</a:t>
            </a:r>
            <a:r>
              <a:rPr lang="en-MY" sz="2400" dirty="0"/>
              <a:t> { </a:t>
            </a:r>
          </a:p>
          <a:p>
            <a:pPr marL="0" indent="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itchFamily="2" charset="2"/>
              <a:buNone/>
              <a:defRPr/>
            </a:pPr>
            <a:r>
              <a:rPr lang="en-MY" sz="2400" b="1" dirty="0"/>
              <a:t>/* class property */ </a:t>
            </a:r>
          </a:p>
          <a:p>
            <a:pPr marL="0" indent="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itchFamily="2" charset="2"/>
              <a:buNone/>
              <a:defRPr/>
            </a:pPr>
            <a:r>
              <a:rPr lang="en-MY" sz="2400" dirty="0"/>
              <a:t>private $</a:t>
            </a:r>
            <a:r>
              <a:rPr lang="en-MY" sz="2400" dirty="0">
                <a:solidFill>
                  <a:srgbClr val="FF0000"/>
                </a:solidFill>
              </a:rPr>
              <a:t>name</a:t>
            </a:r>
            <a:r>
              <a:rPr lang="en-MY" sz="2400" dirty="0"/>
              <a:t>; </a:t>
            </a:r>
          </a:p>
          <a:p>
            <a:pPr marL="0" indent="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itchFamily="2" charset="2"/>
              <a:buNone/>
              <a:defRPr/>
            </a:pPr>
            <a:endParaRPr lang="en-MY" sz="2400" b="1" dirty="0"/>
          </a:p>
          <a:p>
            <a:pPr marL="0" indent="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itchFamily="2" charset="2"/>
              <a:buNone/>
              <a:defRPr/>
            </a:pPr>
            <a:r>
              <a:rPr lang="en-MY" sz="2400" b="1" dirty="0"/>
              <a:t>/* class </a:t>
            </a:r>
            <a:r>
              <a:rPr lang="en-MY" sz="2400" b="1" dirty="0" err="1"/>
              <a:t>behavior</a:t>
            </a:r>
            <a:r>
              <a:rPr lang="en-MY" sz="2400" b="1" dirty="0"/>
              <a:t> or function */ </a:t>
            </a:r>
          </a:p>
          <a:p>
            <a:pPr marL="0" indent="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itchFamily="2" charset="2"/>
              <a:buNone/>
              <a:defRPr/>
            </a:pPr>
            <a:r>
              <a:rPr lang="en-MY" sz="2400" dirty="0"/>
              <a:t>public function </a:t>
            </a:r>
            <a:r>
              <a:rPr lang="en-MY" sz="2400" dirty="0" err="1">
                <a:solidFill>
                  <a:srgbClr val="FF0000"/>
                </a:solidFill>
              </a:rPr>
              <a:t>setName</a:t>
            </a:r>
            <a:r>
              <a:rPr lang="en-MY" sz="2400" dirty="0"/>
              <a:t>($</a:t>
            </a:r>
            <a:r>
              <a:rPr lang="en-MY" sz="2400" dirty="0">
                <a:solidFill>
                  <a:srgbClr val="FF0000"/>
                </a:solidFill>
              </a:rPr>
              <a:t>name</a:t>
            </a:r>
            <a:r>
              <a:rPr lang="en-MY" sz="2400" dirty="0"/>
              <a:t>){</a:t>
            </a:r>
            <a:br>
              <a:rPr lang="en-MY" sz="2400" dirty="0"/>
            </a:br>
            <a:r>
              <a:rPr lang="en-MY" sz="2400" dirty="0"/>
              <a:t>$</a:t>
            </a:r>
            <a:r>
              <a:rPr lang="en-MY" sz="2400" dirty="0">
                <a:solidFill>
                  <a:srgbClr val="FF0000"/>
                </a:solidFill>
              </a:rPr>
              <a:t>this-</a:t>
            </a:r>
            <a:r>
              <a:rPr lang="en-MY" sz="2400" dirty="0"/>
              <a:t>&gt;name = $</a:t>
            </a:r>
            <a:r>
              <a:rPr lang="en-MY" sz="2400" dirty="0">
                <a:solidFill>
                  <a:srgbClr val="FF0000"/>
                </a:solidFill>
              </a:rPr>
              <a:t>name</a:t>
            </a:r>
            <a:r>
              <a:rPr lang="en-MY" sz="2400" dirty="0"/>
              <a:t>; </a:t>
            </a:r>
          </a:p>
          <a:p>
            <a:pPr marL="0" indent="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itchFamily="2" charset="2"/>
              <a:buNone/>
              <a:defRPr/>
            </a:pPr>
            <a:r>
              <a:rPr lang="en-MY" sz="2400" dirty="0"/>
              <a:t>} } </a:t>
            </a:r>
          </a:p>
          <a:p>
            <a:pPr marL="0" indent="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itchFamily="2" charset="2"/>
              <a:buNone/>
              <a:defRPr/>
            </a:pPr>
            <a:r>
              <a:rPr lang="en-MY" sz="2400" dirty="0"/>
              <a:t>?&gt; </a:t>
            </a:r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7F943-1164-A400-49B0-DC5B1CC62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34416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MY" b="1" dirty="0">
                <a:highlight>
                  <a:srgbClr val="FFFF00"/>
                </a:highlight>
              </a:rPr>
              <a:t>What is Object in OOP? 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EE8168-5692-9625-413D-97DE7556F3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 fontScale="85000" lnSpcReduction="20000"/>
          </a:bodyPr>
          <a:lstStyle/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MY" sz="2800" dirty="0">
                <a:solidFill>
                  <a:srgbClr val="FF0000"/>
                </a:solidFill>
              </a:rPr>
              <a:t>Object</a:t>
            </a:r>
            <a:r>
              <a:rPr lang="en-MY" sz="2800" dirty="0"/>
              <a:t> is created from class and normally through instantiation. </a:t>
            </a:r>
            <a:br>
              <a:rPr lang="en-MY" sz="2800" dirty="0"/>
            </a:br>
            <a:endParaRPr lang="en-MY" sz="2800" dirty="0"/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MY" sz="2800" dirty="0"/>
              <a:t>In other words, an </a:t>
            </a:r>
            <a:r>
              <a:rPr lang="en-MY" sz="2800" dirty="0">
                <a:solidFill>
                  <a:srgbClr val="FF0000"/>
                </a:solidFill>
              </a:rPr>
              <a:t>instant</a:t>
            </a:r>
            <a:r>
              <a:rPr lang="en-MY" sz="2800" dirty="0"/>
              <a:t> of a class is actually an object created from a class. </a:t>
            </a:r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endParaRPr lang="en-MY" dirty="0"/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MY" dirty="0">
                <a:solidFill>
                  <a:srgbClr val="FF0000"/>
                </a:solidFill>
              </a:rPr>
              <a:t>Example</a:t>
            </a:r>
            <a:r>
              <a:rPr lang="en-MY" dirty="0"/>
              <a:t> ;</a:t>
            </a:r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endParaRPr lang="en-MY" dirty="0"/>
          </a:p>
          <a:p>
            <a:pPr marL="0" indent="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itchFamily="2" charset="2"/>
              <a:buNone/>
              <a:defRPr/>
            </a:pPr>
            <a:r>
              <a:rPr lang="en-MY" dirty="0"/>
              <a:t>&lt;?php</a:t>
            </a:r>
          </a:p>
          <a:p>
            <a:pPr marL="0" indent="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itchFamily="2" charset="2"/>
              <a:buNone/>
              <a:defRPr/>
            </a:pPr>
            <a:br>
              <a:rPr lang="en-MY" dirty="0"/>
            </a:br>
            <a:r>
              <a:rPr lang="en-MY" dirty="0"/>
              <a:t>$</a:t>
            </a:r>
            <a:r>
              <a:rPr lang="en-MY" dirty="0" err="1"/>
              <a:t>ali</a:t>
            </a:r>
            <a:r>
              <a:rPr lang="en-MY" dirty="0"/>
              <a:t> = new </a:t>
            </a:r>
            <a:r>
              <a:rPr lang="en-MY" dirty="0">
                <a:solidFill>
                  <a:srgbClr val="FF0000"/>
                </a:solidFill>
              </a:rPr>
              <a:t>Student</a:t>
            </a:r>
            <a:r>
              <a:rPr lang="en-MY" dirty="0"/>
              <a:t>(); </a:t>
            </a:r>
            <a:r>
              <a:rPr lang="en-MY" i="1" dirty="0"/>
              <a:t>// Instantiation </a:t>
            </a:r>
          </a:p>
          <a:p>
            <a:pPr marL="0" indent="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itchFamily="2" charset="2"/>
              <a:buNone/>
              <a:defRPr/>
            </a:pPr>
            <a:endParaRPr lang="en-MY" dirty="0"/>
          </a:p>
          <a:p>
            <a:pPr marL="0" indent="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itchFamily="2" charset="2"/>
              <a:buNone/>
              <a:defRPr/>
            </a:pPr>
            <a:r>
              <a:rPr lang="en-MY" dirty="0"/>
              <a:t>?&gt; </a:t>
            </a:r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endParaRPr lang="en-MY" dirty="0"/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69D52-2910-66CE-8ADE-50E118561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MY" b="1" dirty="0">
                <a:highlight>
                  <a:srgbClr val="FFFF00"/>
                </a:highlight>
              </a:rPr>
              <a:t>Accessing Object’s Data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80FCC-ECA2-7BA9-AD98-5F6B987D1E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 fontScale="85000" lnSpcReduction="20000"/>
          </a:bodyPr>
          <a:lstStyle/>
          <a:p>
            <a:pPr marL="0" indent="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itchFamily="2" charset="2"/>
              <a:buNone/>
              <a:defRPr/>
            </a:pPr>
            <a:r>
              <a:rPr lang="en-MY" sz="3000" dirty="0"/>
              <a:t>To access </a:t>
            </a:r>
            <a:r>
              <a:rPr lang="en-MY" sz="3000" dirty="0">
                <a:solidFill>
                  <a:srgbClr val="FF0000"/>
                </a:solidFill>
              </a:rPr>
              <a:t>object</a:t>
            </a:r>
            <a:r>
              <a:rPr lang="en-MY" sz="3000" dirty="0"/>
              <a:t> behaviour or function use “</a:t>
            </a:r>
            <a:r>
              <a:rPr lang="en-MY" sz="3000" b="1" dirty="0">
                <a:solidFill>
                  <a:srgbClr val="FF0000"/>
                </a:solidFill>
              </a:rPr>
              <a:t>-&gt;</a:t>
            </a:r>
            <a:r>
              <a:rPr lang="en-MY" sz="3000" dirty="0"/>
              <a:t>” symbol. It is similar to </a:t>
            </a:r>
            <a:r>
              <a:rPr lang="en-MY" sz="3000" dirty="0">
                <a:solidFill>
                  <a:srgbClr val="FF0000"/>
                </a:solidFill>
              </a:rPr>
              <a:t>“</a:t>
            </a:r>
            <a:r>
              <a:rPr lang="en-MY" sz="3000" b="1" dirty="0">
                <a:solidFill>
                  <a:srgbClr val="FF0000"/>
                </a:solidFill>
              </a:rPr>
              <a:t>.</a:t>
            </a:r>
            <a:r>
              <a:rPr lang="en-MY" sz="3000" dirty="0">
                <a:solidFill>
                  <a:srgbClr val="FF0000"/>
                </a:solidFill>
              </a:rPr>
              <a:t>”</a:t>
            </a:r>
            <a:r>
              <a:rPr lang="en-MY" sz="3000" dirty="0"/>
              <a:t> in Java and JavaScript. </a:t>
            </a:r>
          </a:p>
          <a:p>
            <a:pPr marL="0" indent="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itchFamily="2" charset="2"/>
              <a:buNone/>
              <a:defRPr/>
            </a:pPr>
            <a:endParaRPr lang="en-MY" sz="1000" dirty="0"/>
          </a:p>
          <a:p>
            <a:pPr marL="0" indent="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itchFamily="2" charset="2"/>
              <a:buNone/>
              <a:defRPr/>
            </a:pPr>
            <a:r>
              <a:rPr lang="en-MY" sz="2400" dirty="0">
                <a:solidFill>
                  <a:srgbClr val="FF0000"/>
                </a:solidFill>
              </a:rPr>
              <a:t>Example</a:t>
            </a:r>
            <a:r>
              <a:rPr lang="en-MY" sz="2400" dirty="0"/>
              <a:t>: </a:t>
            </a:r>
          </a:p>
          <a:p>
            <a:pPr marL="0" indent="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itchFamily="2" charset="2"/>
              <a:buNone/>
              <a:defRPr/>
            </a:pPr>
            <a:r>
              <a:rPr lang="en-MY" dirty="0"/>
              <a:t>&lt;?php</a:t>
            </a:r>
            <a:br>
              <a:rPr lang="en-MY" dirty="0"/>
            </a:br>
            <a:r>
              <a:rPr lang="en-MY" dirty="0"/>
              <a:t>$</a:t>
            </a:r>
            <a:r>
              <a:rPr lang="en-MY" dirty="0" err="1"/>
              <a:t>ali</a:t>
            </a:r>
            <a:r>
              <a:rPr lang="en-MY" dirty="0"/>
              <a:t> = new </a:t>
            </a:r>
            <a:r>
              <a:rPr lang="en-MY" dirty="0">
                <a:solidFill>
                  <a:srgbClr val="FF0000"/>
                </a:solidFill>
              </a:rPr>
              <a:t>Student</a:t>
            </a:r>
            <a:r>
              <a:rPr lang="en-MY" dirty="0"/>
              <a:t>(); </a:t>
            </a:r>
            <a:r>
              <a:rPr lang="en-MY" i="1" dirty="0"/>
              <a:t>// Instantiation </a:t>
            </a:r>
          </a:p>
          <a:p>
            <a:pPr marL="0" indent="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itchFamily="2" charset="2"/>
              <a:buNone/>
              <a:defRPr/>
            </a:pPr>
            <a:endParaRPr lang="en-MY" dirty="0"/>
          </a:p>
          <a:p>
            <a:pPr marL="0" indent="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itchFamily="2" charset="2"/>
              <a:buNone/>
              <a:defRPr/>
            </a:pPr>
            <a:r>
              <a:rPr lang="en-MY" dirty="0"/>
              <a:t>$</a:t>
            </a:r>
            <a:r>
              <a:rPr lang="en-MY" dirty="0" err="1"/>
              <a:t>ali</a:t>
            </a:r>
            <a:r>
              <a:rPr lang="en-MY" dirty="0"/>
              <a:t>-&gt;</a:t>
            </a:r>
            <a:r>
              <a:rPr lang="en-MY" dirty="0" err="1">
                <a:solidFill>
                  <a:srgbClr val="FF0000"/>
                </a:solidFill>
              </a:rPr>
              <a:t>setName</a:t>
            </a:r>
            <a:r>
              <a:rPr lang="en-MY" dirty="0"/>
              <a:t>($_POST[‘name’]); </a:t>
            </a:r>
            <a:r>
              <a:rPr lang="en-MY" i="1" dirty="0">
                <a:solidFill>
                  <a:srgbClr val="FF0000"/>
                </a:solidFill>
              </a:rPr>
              <a:t>// From HTML form </a:t>
            </a:r>
          </a:p>
          <a:p>
            <a:pPr marL="0" indent="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itchFamily="2" charset="2"/>
              <a:buNone/>
              <a:defRPr/>
            </a:pPr>
            <a:endParaRPr lang="en-MY" i="1" dirty="0">
              <a:solidFill>
                <a:srgbClr val="FF0000"/>
              </a:solidFill>
            </a:endParaRPr>
          </a:p>
          <a:p>
            <a:pPr marL="0" indent="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itchFamily="2" charset="2"/>
              <a:buNone/>
              <a:defRPr/>
            </a:pPr>
            <a:r>
              <a:rPr lang="en-MY" dirty="0"/>
              <a:t>$</a:t>
            </a:r>
            <a:r>
              <a:rPr lang="en-MY" dirty="0" err="1"/>
              <a:t>ali</a:t>
            </a:r>
            <a:r>
              <a:rPr lang="en-MY" dirty="0"/>
              <a:t>-&gt;</a:t>
            </a:r>
            <a:r>
              <a:rPr lang="en-MY" dirty="0">
                <a:solidFill>
                  <a:srgbClr val="FF0000"/>
                </a:solidFill>
              </a:rPr>
              <a:t>name</a:t>
            </a:r>
            <a:r>
              <a:rPr lang="en-MY" dirty="0"/>
              <a:t> = ‘</a:t>
            </a:r>
            <a:r>
              <a:rPr lang="en-MY" dirty="0" err="1"/>
              <a:t>abu</a:t>
            </a:r>
            <a:r>
              <a:rPr lang="en-MY" dirty="0"/>
              <a:t>’; </a:t>
            </a:r>
            <a:r>
              <a:rPr lang="en-MY" i="1" dirty="0"/>
              <a:t>//cannot access private property </a:t>
            </a:r>
            <a:r>
              <a:rPr lang="en-MY" i="1" dirty="0">
                <a:solidFill>
                  <a:srgbClr val="FF0000"/>
                </a:solidFill>
              </a:rPr>
              <a:t>//refer to slide no.4</a:t>
            </a:r>
          </a:p>
          <a:p>
            <a:pPr marL="0" indent="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itchFamily="2" charset="2"/>
              <a:buNone/>
              <a:defRPr/>
            </a:pPr>
            <a:endParaRPr lang="en-MY" dirty="0"/>
          </a:p>
          <a:p>
            <a:pPr marL="0" indent="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itchFamily="2" charset="2"/>
              <a:buNone/>
              <a:defRPr/>
            </a:pPr>
            <a:r>
              <a:rPr lang="en-MY" dirty="0"/>
              <a:t>?&gt; </a:t>
            </a:r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B0DD0-B122-8D2D-70E0-258F6A564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73456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MY" b="1" dirty="0">
                <a:highlight>
                  <a:srgbClr val="FFFF00"/>
                </a:highlight>
              </a:rPr>
              <a:t>Inheritance</a:t>
            </a:r>
            <a:r>
              <a:rPr lang="en-MY" b="1" dirty="0"/>
              <a:t>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D30E58-F185-4171-ADC5-E172790FB6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371600"/>
            <a:ext cx="7772400" cy="4800600"/>
          </a:xfrm>
        </p:spPr>
        <p:txBody>
          <a:bodyPr rtlCol="0">
            <a:normAutofit/>
          </a:bodyPr>
          <a:lstStyle/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MY" sz="2600" dirty="0"/>
              <a:t>It allows developers to </a:t>
            </a:r>
            <a:r>
              <a:rPr lang="en-MY" sz="2600" b="1" dirty="0">
                <a:solidFill>
                  <a:srgbClr val="FF0000"/>
                </a:solidFill>
              </a:rPr>
              <a:t>reuse</a:t>
            </a:r>
            <a:r>
              <a:rPr lang="en-MY" sz="2600" dirty="0"/>
              <a:t> the existing properties and </a:t>
            </a:r>
            <a:r>
              <a:rPr lang="en-MY" sz="2600" dirty="0" err="1"/>
              <a:t>behaviors</a:t>
            </a:r>
            <a:r>
              <a:rPr lang="en-MY" sz="2600" dirty="0"/>
              <a:t>/methods/functions in one class to a new class. </a:t>
            </a:r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endParaRPr lang="en-MY" sz="2600" dirty="0"/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MY" sz="2600" dirty="0"/>
              <a:t>In other words, it </a:t>
            </a:r>
            <a:r>
              <a:rPr lang="en-MY" sz="2600" b="1" dirty="0">
                <a:solidFill>
                  <a:srgbClr val="FF0000"/>
                </a:solidFill>
              </a:rPr>
              <a:t>extends</a:t>
            </a:r>
            <a:r>
              <a:rPr lang="en-MY" sz="2600" dirty="0"/>
              <a:t> the existing class’s properties and behaviours/methods/functions. </a:t>
            </a:r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endParaRPr lang="en-MY" dirty="0"/>
          </a:p>
        </p:txBody>
      </p:sp>
      <p:pic>
        <p:nvPicPr>
          <p:cNvPr id="27651" name="Picture 3">
            <a:extLst>
              <a:ext uri="{FF2B5EF4-FFF2-40B4-BE49-F238E27FC236}">
                <a16:creationId xmlns:a16="http://schemas.microsoft.com/office/drawing/2014/main" id="{CA63714F-262F-BBA1-B66E-DEC36E6A79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" r="2856"/>
          <a:stretch>
            <a:fillRect/>
          </a:stretch>
        </p:blipFill>
        <p:spPr bwMode="auto">
          <a:xfrm>
            <a:off x="2819400" y="3962400"/>
            <a:ext cx="3019425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320C1-8408-389B-3A1A-C192B4BDA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08432"/>
            <a:ext cx="7772400" cy="73456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MY" b="1" dirty="0">
                <a:solidFill>
                  <a:srgbClr val="FF0000"/>
                </a:solidFill>
              </a:rPr>
              <a:t>Extends</a:t>
            </a:r>
            <a:r>
              <a:rPr lang="en-MY" b="1" dirty="0"/>
              <a:t> </a:t>
            </a:r>
            <a:endParaRPr lang="en-US" dirty="0"/>
          </a:p>
        </p:txBody>
      </p:sp>
      <p:sp>
        <p:nvSpPr>
          <p:cNvPr id="29698" name="Content Placeholder 2">
            <a:extLst>
              <a:ext uri="{FF2B5EF4-FFF2-40B4-BE49-F238E27FC236}">
                <a16:creationId xmlns:a16="http://schemas.microsoft.com/office/drawing/2014/main" id="{5E166826-7922-CA28-2B70-DBB31412E02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1524000"/>
            <a:ext cx="7772400" cy="4800600"/>
          </a:xfrm>
        </p:spPr>
        <p:txBody>
          <a:bodyPr/>
          <a:lstStyle/>
          <a:p>
            <a:pPr marL="0" indent="0" eaLnBrk="1" hangingPunct="1">
              <a:buFont typeface="Wingdings" pitchFamily="2" charset="2"/>
              <a:buNone/>
            </a:pPr>
            <a:r>
              <a:rPr lang="en-MY" altLang="en-US" sz="1800"/>
              <a:t>&lt;?php </a:t>
            </a:r>
          </a:p>
          <a:p>
            <a:pPr marL="0" indent="0" eaLnBrk="1" hangingPunct="1">
              <a:buFont typeface="Wingdings" pitchFamily="2" charset="2"/>
              <a:buNone/>
            </a:pPr>
            <a:r>
              <a:rPr lang="en-MY" altLang="en-US" sz="1800" b="1"/>
              <a:t>/* Inherit student class */ </a:t>
            </a:r>
          </a:p>
          <a:p>
            <a:pPr marL="0" indent="0" eaLnBrk="1" hangingPunct="1">
              <a:buFont typeface="Wingdings" pitchFamily="2" charset="2"/>
              <a:buNone/>
            </a:pPr>
            <a:r>
              <a:rPr lang="en-MY" altLang="en-US" sz="1800"/>
              <a:t>class University </a:t>
            </a:r>
            <a:r>
              <a:rPr lang="en-MY" altLang="en-US" sz="1800" b="1">
                <a:solidFill>
                  <a:srgbClr val="FF0000"/>
                </a:solidFill>
              </a:rPr>
              <a:t>extends</a:t>
            </a:r>
            <a:r>
              <a:rPr lang="en-MY" altLang="en-US" sz="1800"/>
              <a:t> Student { </a:t>
            </a:r>
          </a:p>
          <a:p>
            <a:pPr marL="0" indent="0" eaLnBrk="1" hangingPunct="1">
              <a:buFont typeface="Wingdings" pitchFamily="2" charset="2"/>
              <a:buNone/>
            </a:pPr>
            <a:r>
              <a:rPr lang="en-MY" altLang="en-US" sz="1800" b="1"/>
              <a:t>        /* class constructor */ </a:t>
            </a:r>
          </a:p>
          <a:p>
            <a:pPr marL="0" indent="0" eaLnBrk="1" hangingPunct="1">
              <a:buFont typeface="Wingdings" pitchFamily="2" charset="2"/>
              <a:buNone/>
            </a:pPr>
            <a:r>
              <a:rPr lang="en-MY" altLang="en-US" sz="1800"/>
              <a:t>public function </a:t>
            </a:r>
            <a:r>
              <a:rPr lang="en-MY" altLang="en-US" sz="1800">
                <a:solidFill>
                  <a:srgbClr val="FF0000"/>
                </a:solidFill>
              </a:rPr>
              <a:t>__construct</a:t>
            </a:r>
            <a:r>
              <a:rPr lang="en-MY" altLang="en-US" sz="1800"/>
              <a:t>($name){ </a:t>
            </a:r>
          </a:p>
          <a:p>
            <a:pPr marL="0" indent="0" eaLnBrk="1" hangingPunct="1">
              <a:buFont typeface="Wingdings" pitchFamily="2" charset="2"/>
              <a:buNone/>
            </a:pPr>
            <a:r>
              <a:rPr lang="en-MY" altLang="en-US" sz="1800"/>
              <a:t>       $this-&gt;</a:t>
            </a:r>
            <a:r>
              <a:rPr lang="en-MY" altLang="en-US" sz="1800">
                <a:solidFill>
                  <a:srgbClr val="FF0000"/>
                </a:solidFill>
              </a:rPr>
              <a:t>setName</a:t>
            </a:r>
            <a:r>
              <a:rPr lang="en-MY" altLang="en-US" sz="1800"/>
              <a:t>($name); </a:t>
            </a:r>
            <a:r>
              <a:rPr lang="en-MY" altLang="en-US" sz="1800" i="1"/>
              <a:t>// we call setName( ) </a:t>
            </a:r>
            <a:endParaRPr lang="en-MY" altLang="en-US" sz="1800"/>
          </a:p>
          <a:p>
            <a:pPr marL="0" indent="0" eaLnBrk="1" hangingPunct="1">
              <a:buFont typeface="Wingdings" pitchFamily="2" charset="2"/>
              <a:buNone/>
            </a:pPr>
            <a:r>
              <a:rPr lang="en-MY" altLang="en-US" sz="1800"/>
              <a:t>  } </a:t>
            </a:r>
          </a:p>
          <a:p>
            <a:pPr marL="0" indent="0" eaLnBrk="1" hangingPunct="1">
              <a:buFont typeface="Wingdings" pitchFamily="2" charset="2"/>
              <a:buNone/>
            </a:pPr>
            <a:r>
              <a:rPr lang="en-MY" altLang="en-US" sz="1800"/>
              <a:t>} </a:t>
            </a:r>
          </a:p>
          <a:p>
            <a:pPr marL="0" indent="0" eaLnBrk="1" hangingPunct="1">
              <a:buFont typeface="Wingdings" pitchFamily="2" charset="2"/>
              <a:buNone/>
            </a:pPr>
            <a:r>
              <a:rPr lang="en-MY" altLang="en-US" sz="1800"/>
              <a:t>$iium_student = new </a:t>
            </a:r>
            <a:r>
              <a:rPr lang="en-MY" altLang="en-US" sz="1800">
                <a:solidFill>
                  <a:srgbClr val="FF0000"/>
                </a:solidFill>
              </a:rPr>
              <a:t>University</a:t>
            </a:r>
            <a:r>
              <a:rPr lang="en-MY" altLang="en-US" sz="1800"/>
              <a:t>(“ali”); </a:t>
            </a:r>
            <a:r>
              <a:rPr lang="en-MY" altLang="en-US" sz="1800" i="1"/>
              <a:t>//ali</a:t>
            </a:r>
          </a:p>
          <a:p>
            <a:pPr marL="0" indent="0" eaLnBrk="1" hangingPunct="1">
              <a:buFont typeface="Wingdings" pitchFamily="2" charset="2"/>
              <a:buNone/>
            </a:pPr>
            <a:r>
              <a:rPr lang="en-MY" altLang="en-US" sz="1800"/>
              <a:t>?&gt; </a:t>
            </a:r>
          </a:p>
          <a:p>
            <a:pPr marL="0" indent="0" eaLnBrk="1" hangingPunct="1">
              <a:buFont typeface="Wingdings" pitchFamily="2" charset="2"/>
              <a:buNone/>
            </a:pPr>
            <a:endParaRPr lang="en-MY" altLang="en-US" sz="2400"/>
          </a:p>
          <a:p>
            <a:pPr marL="0" indent="0" eaLnBrk="1" hangingPunct="1">
              <a:buFont typeface="Wingdings" pitchFamily="2" charset="2"/>
              <a:buNone/>
            </a:pPr>
            <a:endParaRPr lang="en-US" altLang="en-US"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DD4D3B-94C2-5929-BFD8-0514A41DC2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371600"/>
            <a:ext cx="7772400" cy="4800600"/>
          </a:xfrm>
        </p:spPr>
        <p:txBody>
          <a:bodyPr/>
          <a:lstStyle/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MY" dirty="0"/>
              <a:t>A </a:t>
            </a:r>
            <a:r>
              <a:rPr lang="en-MY" b="1" dirty="0">
                <a:solidFill>
                  <a:srgbClr val="FF0000"/>
                </a:solidFill>
              </a:rPr>
              <a:t>Student</a:t>
            </a:r>
            <a:r>
              <a:rPr lang="en-MY" b="1" dirty="0"/>
              <a:t> </a:t>
            </a:r>
            <a:r>
              <a:rPr lang="en-MY" dirty="0"/>
              <a:t>class is a base or parent class, and </a:t>
            </a:r>
            <a:r>
              <a:rPr lang="en-MY" b="1" dirty="0">
                <a:solidFill>
                  <a:srgbClr val="FF0000"/>
                </a:solidFill>
              </a:rPr>
              <a:t>University</a:t>
            </a:r>
            <a:r>
              <a:rPr lang="en-MY" b="1" dirty="0"/>
              <a:t> </a:t>
            </a:r>
            <a:r>
              <a:rPr lang="en-MY" dirty="0"/>
              <a:t>is a child class. </a:t>
            </a:r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endParaRPr lang="en-MY" dirty="0"/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MY" dirty="0"/>
              <a:t>A </a:t>
            </a:r>
            <a:r>
              <a:rPr lang="en-MY" b="1" dirty="0">
                <a:solidFill>
                  <a:srgbClr val="FF0000"/>
                </a:solidFill>
              </a:rPr>
              <a:t>parent to child relationship </a:t>
            </a:r>
            <a:r>
              <a:rPr lang="en-MY" dirty="0"/>
              <a:t>allows developer to </a:t>
            </a:r>
            <a:r>
              <a:rPr lang="en-MY" b="1" dirty="0"/>
              <a:t>access </a:t>
            </a:r>
            <a:r>
              <a:rPr lang="en-MY" dirty="0"/>
              <a:t>the parent’s properties and behaviours/methods/functions from a child class. </a:t>
            </a:r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endParaRPr lang="en-MY" dirty="0"/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MY" dirty="0"/>
              <a:t>This also allows </a:t>
            </a:r>
            <a:r>
              <a:rPr lang="en-MY" dirty="0" err="1"/>
              <a:t>behavior</a:t>
            </a:r>
            <a:r>
              <a:rPr lang="en-MY" dirty="0"/>
              <a:t>/method/function </a:t>
            </a:r>
            <a:r>
              <a:rPr lang="en-MY" b="1" dirty="0">
                <a:solidFill>
                  <a:srgbClr val="FF0000"/>
                </a:solidFill>
              </a:rPr>
              <a:t>overriding</a:t>
            </a:r>
            <a:r>
              <a:rPr lang="en-MY" dirty="0"/>
              <a:t>, but </a:t>
            </a:r>
            <a:r>
              <a:rPr lang="en-MY" b="1" dirty="0">
                <a:solidFill>
                  <a:srgbClr val="FF0000"/>
                </a:solidFill>
              </a:rPr>
              <a:t>NOT overloading</a:t>
            </a:r>
            <a:r>
              <a:rPr lang="en-MY" dirty="0"/>
              <a:t>. </a:t>
            </a:r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endParaRPr lang="en-MY" dirty="0"/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r>
              <a:rPr lang="en-MY" dirty="0">
                <a:solidFill>
                  <a:srgbClr val="FF0000"/>
                </a:solidFill>
              </a:rPr>
              <a:t>Overloading</a:t>
            </a:r>
            <a:r>
              <a:rPr lang="en-MY" dirty="0"/>
              <a:t> in PHP is allowed for built-in methods/functions only. </a:t>
            </a:r>
          </a:p>
          <a:p>
            <a:pPr eaLnBrk="1" hangingPunct="1"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DAEBD-CE4C-3F91-8BA2-36AD09AE7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88696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MY" sz="3600" dirty="0" err="1">
                <a:highlight>
                  <a:srgbClr val="FFFF00"/>
                </a:highlight>
              </a:rPr>
              <a:t>Behavior</a:t>
            </a:r>
            <a:r>
              <a:rPr lang="en-MY" sz="3600" dirty="0">
                <a:highlight>
                  <a:srgbClr val="FFFF00"/>
                </a:highlight>
              </a:rPr>
              <a:t>/Method/Function </a:t>
            </a:r>
            <a:r>
              <a:rPr lang="en-MY" sz="3600" b="1" dirty="0">
                <a:highlight>
                  <a:srgbClr val="FFFF00"/>
                </a:highlight>
              </a:rPr>
              <a:t>Overriding</a:t>
            </a:r>
            <a:endParaRPr lang="en-US" sz="3600" dirty="0">
              <a:highlight>
                <a:srgbClr val="FFFF00"/>
              </a:highlight>
            </a:endParaRPr>
          </a:p>
        </p:txBody>
      </p:sp>
      <p:sp>
        <p:nvSpPr>
          <p:cNvPr id="32770" name="Content Placeholder 2">
            <a:extLst>
              <a:ext uri="{FF2B5EF4-FFF2-40B4-BE49-F238E27FC236}">
                <a16:creationId xmlns:a16="http://schemas.microsoft.com/office/drawing/2014/main" id="{D0C66646-C434-F2BE-8C4B-B1400433CDB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3400" y="1827213"/>
            <a:ext cx="7313613" cy="4421187"/>
          </a:xfrm>
        </p:spPr>
        <p:txBody>
          <a:bodyPr/>
          <a:lstStyle/>
          <a:p>
            <a:pPr eaLnBrk="1" hangingPunct="1"/>
            <a:r>
              <a:rPr lang="en-MY" altLang="en-US" sz="2400"/>
              <a:t>It allows developers to </a:t>
            </a:r>
            <a:r>
              <a:rPr lang="en-MY" altLang="en-US" sz="2400">
                <a:solidFill>
                  <a:srgbClr val="FF0000"/>
                </a:solidFill>
              </a:rPr>
              <a:t>change</a:t>
            </a:r>
            <a:r>
              <a:rPr lang="en-MY" altLang="en-US" sz="2400"/>
              <a:t> the behavior/method/function of the </a:t>
            </a:r>
            <a:r>
              <a:rPr lang="en-MY" altLang="en-US" sz="2400">
                <a:solidFill>
                  <a:srgbClr val="FF0000"/>
                </a:solidFill>
              </a:rPr>
              <a:t>base</a:t>
            </a:r>
            <a:r>
              <a:rPr lang="en-MY" altLang="en-US" sz="2400"/>
              <a:t> or </a:t>
            </a:r>
            <a:r>
              <a:rPr lang="en-MY" altLang="en-US" sz="2400">
                <a:solidFill>
                  <a:srgbClr val="FF0000"/>
                </a:solidFill>
              </a:rPr>
              <a:t>parent</a:t>
            </a:r>
            <a:r>
              <a:rPr lang="en-MY" altLang="en-US" sz="2400"/>
              <a:t> class. </a:t>
            </a:r>
          </a:p>
          <a:p>
            <a:pPr eaLnBrk="1" hangingPunct="1"/>
            <a:endParaRPr lang="en-MY" altLang="en-US" sz="2400"/>
          </a:p>
          <a:p>
            <a:pPr eaLnBrk="1" hangingPunct="1"/>
            <a:r>
              <a:rPr lang="en-MY" altLang="en-US" sz="2400"/>
              <a:t>Developers are allowed to </a:t>
            </a:r>
            <a:r>
              <a:rPr lang="en-MY" altLang="en-US" sz="2400">
                <a:solidFill>
                  <a:srgbClr val="FF0000"/>
                </a:solidFill>
              </a:rPr>
              <a:t>access</a:t>
            </a:r>
            <a:r>
              <a:rPr lang="en-MY" altLang="en-US" sz="2400"/>
              <a:t> the </a:t>
            </a:r>
            <a:r>
              <a:rPr lang="en-MY" altLang="en-US" sz="2400">
                <a:solidFill>
                  <a:srgbClr val="FF0000"/>
                </a:solidFill>
              </a:rPr>
              <a:t>parent</a:t>
            </a:r>
            <a:r>
              <a:rPr lang="en-MY" altLang="en-US" sz="2400"/>
              <a:t> behavior/method/function after it is </a:t>
            </a:r>
            <a:r>
              <a:rPr lang="en-MY" altLang="en-US" sz="2400">
                <a:solidFill>
                  <a:srgbClr val="FF0000"/>
                </a:solidFill>
              </a:rPr>
              <a:t>overridden</a:t>
            </a:r>
            <a:r>
              <a:rPr lang="en-MY" altLang="en-US" sz="2400"/>
              <a:t> in the child class. This can be done by using </a:t>
            </a:r>
            <a:r>
              <a:rPr lang="en-MY" altLang="en-US" sz="2400" b="1">
                <a:solidFill>
                  <a:srgbClr val="FF0000"/>
                </a:solidFill>
              </a:rPr>
              <a:t>Scope Resolution Operator </a:t>
            </a:r>
            <a:r>
              <a:rPr lang="en-MY" altLang="en-US" sz="2400">
                <a:solidFill>
                  <a:srgbClr val="FF0000"/>
                </a:solidFill>
              </a:rPr>
              <a:t>(</a:t>
            </a:r>
            <a:r>
              <a:rPr lang="en-MY" altLang="en-US" sz="2400" b="1">
                <a:solidFill>
                  <a:srgbClr val="FF0000"/>
                </a:solidFill>
              </a:rPr>
              <a:t>::</a:t>
            </a:r>
            <a:r>
              <a:rPr lang="en-MY" altLang="en-US" sz="2400">
                <a:solidFill>
                  <a:srgbClr val="FF0000"/>
                </a:solidFill>
              </a:rPr>
              <a:t>). </a:t>
            </a:r>
          </a:p>
          <a:p>
            <a:pPr eaLnBrk="1" hangingPunct="1"/>
            <a:endParaRPr lang="en-MY" altLang="en-US" sz="2400"/>
          </a:p>
          <a:p>
            <a:pPr eaLnBrk="1" hangingPunct="1"/>
            <a:r>
              <a:rPr lang="en-MY" altLang="en-US" sz="2400"/>
              <a:t>Scope resolution operator can also be used for </a:t>
            </a:r>
            <a:r>
              <a:rPr lang="en-MY" altLang="en-US" sz="2400" b="1">
                <a:solidFill>
                  <a:srgbClr val="FF0000"/>
                </a:solidFill>
              </a:rPr>
              <a:t>constant</a:t>
            </a:r>
            <a:r>
              <a:rPr lang="en-MY" altLang="en-US" sz="2400" b="1"/>
              <a:t> </a:t>
            </a:r>
            <a:r>
              <a:rPr lang="en-MY" altLang="en-US" sz="2400"/>
              <a:t>and </a:t>
            </a:r>
            <a:r>
              <a:rPr lang="en-MY" altLang="en-US" sz="2400" b="1">
                <a:solidFill>
                  <a:srgbClr val="FF0000"/>
                </a:solidFill>
              </a:rPr>
              <a:t>static</a:t>
            </a:r>
            <a:r>
              <a:rPr lang="en-MY" altLang="en-US" sz="2400" b="1"/>
              <a:t> </a:t>
            </a:r>
            <a:r>
              <a:rPr lang="en-MY" altLang="en-US" sz="2400"/>
              <a:t>properties and methods. </a:t>
            </a:r>
          </a:p>
          <a:p>
            <a:pPr eaLnBrk="1" hangingPunct="1"/>
            <a:endParaRPr lang="en-US" altLang="en-US" sz="2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40512-506E-8902-D89B-0719E63C8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115568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MY" b="1" dirty="0">
                <a:highlight>
                  <a:srgbClr val="FFFF00"/>
                </a:highlight>
              </a:rPr>
              <a:t>How to include external class in a current PHP file? 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33794" name="Content Placeholder 2">
            <a:extLst>
              <a:ext uri="{FF2B5EF4-FFF2-40B4-BE49-F238E27FC236}">
                <a16:creationId xmlns:a16="http://schemas.microsoft.com/office/drawing/2014/main" id="{6E6ABF15-FCAD-E964-C6D8-71A34D60858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MY" altLang="en-US" sz="2800"/>
              <a:t>It is advisable to create a separate file for all of your classes to be </a:t>
            </a:r>
            <a:r>
              <a:rPr lang="en-MY" altLang="en-US" sz="2800">
                <a:solidFill>
                  <a:srgbClr val="FF0000"/>
                </a:solidFill>
              </a:rPr>
              <a:t>included</a:t>
            </a:r>
            <a:r>
              <a:rPr lang="en-MY" altLang="en-US" sz="2800"/>
              <a:t> in your current PHP files. </a:t>
            </a:r>
          </a:p>
          <a:p>
            <a:pPr eaLnBrk="1" hangingPunct="1"/>
            <a:endParaRPr lang="en-MY" altLang="en-US" sz="2800"/>
          </a:p>
          <a:p>
            <a:pPr eaLnBrk="1" hangingPunct="1"/>
            <a:r>
              <a:rPr lang="en-MY" altLang="en-US" sz="2800"/>
              <a:t>The separate file allows separation of classes, code reusable and enforce a good programming practice. </a:t>
            </a:r>
          </a:p>
          <a:p>
            <a:pPr eaLnBrk="1" hangingPunct="1"/>
            <a:endParaRPr lang="en-MY" altLang="en-US" sz="2800"/>
          </a:p>
          <a:p>
            <a:pPr eaLnBrk="1" hangingPunct="1"/>
            <a:r>
              <a:rPr lang="en-MY" altLang="en-US" sz="2800"/>
              <a:t>Use PHP </a:t>
            </a:r>
            <a:r>
              <a:rPr lang="en-MY" altLang="en-US" sz="2800" b="1">
                <a:solidFill>
                  <a:srgbClr val="FF0000"/>
                </a:solidFill>
              </a:rPr>
              <a:t>include() </a:t>
            </a:r>
            <a:r>
              <a:rPr lang="en-MY" altLang="en-US" sz="2800"/>
              <a:t>function to link external file inside the current PHP file. </a:t>
            </a:r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35EC67-03C0-A37F-5C61-E1186BC79D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52400"/>
            <a:ext cx="8302625" cy="6705600"/>
          </a:xfrm>
        </p:spPr>
        <p:txBody>
          <a:bodyPr rtlCol="0">
            <a:normAutofit fontScale="92500" lnSpcReduction="10000"/>
          </a:bodyPr>
          <a:lstStyle/>
          <a:p>
            <a:pPr marL="0" indent="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itchFamily="2" charset="2"/>
              <a:buNone/>
              <a:defRPr/>
            </a:pPr>
            <a:r>
              <a:rPr lang="en-MY" sz="1600" b="1" u="sng" dirty="0">
                <a:highlight>
                  <a:srgbClr val="FFFF00"/>
                </a:highlight>
              </a:rPr>
              <a:t>Class (</a:t>
            </a:r>
            <a:r>
              <a:rPr lang="en-MY" sz="1600" b="1" u="sng" dirty="0" err="1">
                <a:highlight>
                  <a:srgbClr val="FFFF00"/>
                </a:highlight>
              </a:rPr>
              <a:t>class_lib.php</a:t>
            </a:r>
            <a:r>
              <a:rPr lang="en-MY" sz="1600" b="1" u="sng" dirty="0">
                <a:highlight>
                  <a:srgbClr val="FFFF00"/>
                </a:highlight>
              </a:rPr>
              <a:t>) </a:t>
            </a:r>
            <a:endParaRPr lang="en-MY" sz="1600" u="sng" dirty="0">
              <a:highlight>
                <a:srgbClr val="FFFF00"/>
              </a:highlight>
            </a:endParaRPr>
          </a:p>
          <a:p>
            <a:pPr marL="0" indent="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itchFamily="2" charset="2"/>
              <a:buNone/>
              <a:defRPr/>
            </a:pPr>
            <a:br>
              <a:rPr lang="en-MY" sz="1400" dirty="0"/>
            </a:br>
            <a:r>
              <a:rPr lang="en-MY" sz="1400" dirty="0"/>
              <a:t>&lt;?php </a:t>
            </a:r>
          </a:p>
          <a:p>
            <a:pPr marL="0" indent="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itchFamily="2" charset="2"/>
              <a:buNone/>
              <a:defRPr/>
            </a:pPr>
            <a:r>
              <a:rPr lang="en-MY" sz="1400" b="1" dirty="0"/>
              <a:t>/* class Name */ </a:t>
            </a:r>
          </a:p>
          <a:p>
            <a:pPr marL="0" indent="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itchFamily="2" charset="2"/>
              <a:buNone/>
              <a:defRPr/>
            </a:pPr>
            <a:r>
              <a:rPr lang="en-MY" sz="1400" dirty="0"/>
              <a:t>class </a:t>
            </a:r>
            <a:r>
              <a:rPr lang="en-MY" sz="1400" dirty="0">
                <a:solidFill>
                  <a:srgbClr val="FF0000"/>
                </a:solidFill>
              </a:rPr>
              <a:t>Student</a:t>
            </a:r>
            <a:r>
              <a:rPr lang="en-MY" sz="1400" dirty="0"/>
              <a:t> { </a:t>
            </a:r>
          </a:p>
          <a:p>
            <a:pPr marL="0" indent="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itchFamily="2" charset="2"/>
              <a:buNone/>
              <a:defRPr/>
            </a:pPr>
            <a:r>
              <a:rPr lang="en-MY" sz="1400" b="1" dirty="0"/>
              <a:t>/* class property */ </a:t>
            </a:r>
          </a:p>
          <a:p>
            <a:pPr marL="0" indent="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itchFamily="2" charset="2"/>
              <a:buNone/>
              <a:defRPr/>
            </a:pPr>
            <a:r>
              <a:rPr lang="en-MY" sz="1400" dirty="0"/>
              <a:t>private $</a:t>
            </a:r>
            <a:r>
              <a:rPr lang="en-MY" sz="1400" dirty="0">
                <a:solidFill>
                  <a:srgbClr val="FF0000"/>
                </a:solidFill>
              </a:rPr>
              <a:t>name</a:t>
            </a:r>
            <a:r>
              <a:rPr lang="en-MY" sz="1400" dirty="0"/>
              <a:t>; </a:t>
            </a:r>
          </a:p>
          <a:p>
            <a:pPr marL="0" indent="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itchFamily="2" charset="2"/>
              <a:buNone/>
              <a:defRPr/>
            </a:pPr>
            <a:r>
              <a:rPr lang="en-MY" sz="1400" b="1" dirty="0"/>
              <a:t>/* class </a:t>
            </a:r>
            <a:r>
              <a:rPr lang="en-MY" sz="1400" b="1" dirty="0" err="1"/>
              <a:t>behavior</a:t>
            </a:r>
            <a:r>
              <a:rPr lang="en-MY" sz="1400" b="1" dirty="0"/>
              <a:t> or function */ </a:t>
            </a:r>
          </a:p>
          <a:p>
            <a:pPr marL="0" indent="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itchFamily="2" charset="2"/>
              <a:buNone/>
              <a:defRPr/>
            </a:pPr>
            <a:r>
              <a:rPr lang="en-MY" sz="1400" dirty="0"/>
              <a:t>public function </a:t>
            </a:r>
            <a:r>
              <a:rPr lang="en-MY" sz="1400" dirty="0" err="1"/>
              <a:t>setName</a:t>
            </a:r>
            <a:r>
              <a:rPr lang="en-MY" sz="1400" dirty="0"/>
              <a:t>($name){</a:t>
            </a:r>
            <a:br>
              <a:rPr lang="en-MY" sz="1400" dirty="0"/>
            </a:br>
            <a:r>
              <a:rPr lang="en-MY" sz="1400" dirty="0"/>
              <a:t>$this-&gt;name = $name; // </a:t>
            </a:r>
            <a:r>
              <a:rPr lang="en-MY" sz="1400" i="1" dirty="0"/>
              <a:t>-&gt; symbol = . in Java </a:t>
            </a:r>
            <a:endParaRPr lang="en-MY" sz="1400" dirty="0"/>
          </a:p>
          <a:p>
            <a:pPr marL="0" indent="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itchFamily="2" charset="2"/>
              <a:buNone/>
              <a:defRPr/>
            </a:pPr>
            <a:r>
              <a:rPr lang="en-MY" sz="1400" dirty="0"/>
              <a:t>} </a:t>
            </a:r>
          </a:p>
          <a:p>
            <a:pPr marL="0" indent="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itchFamily="2" charset="2"/>
              <a:buNone/>
              <a:defRPr/>
            </a:pPr>
            <a:r>
              <a:rPr lang="en-MY" sz="1400" dirty="0"/>
              <a:t>} ?&gt; </a:t>
            </a:r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endParaRPr lang="en-MY" sz="1400" dirty="0"/>
          </a:p>
          <a:p>
            <a:pPr marL="0" indent="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itchFamily="2" charset="2"/>
              <a:buNone/>
              <a:defRPr/>
            </a:pPr>
            <a:r>
              <a:rPr lang="en-MY" sz="1600" b="1" u="sng" dirty="0">
                <a:highlight>
                  <a:srgbClr val="FFFF00"/>
                </a:highlight>
              </a:rPr>
              <a:t>Object (</a:t>
            </a:r>
            <a:r>
              <a:rPr lang="en-MY" sz="1600" b="1" u="sng" dirty="0" err="1">
                <a:highlight>
                  <a:srgbClr val="FFFF00"/>
                </a:highlight>
              </a:rPr>
              <a:t>index.php</a:t>
            </a:r>
            <a:r>
              <a:rPr lang="en-MY" sz="1600" b="1" u="sng" dirty="0">
                <a:highlight>
                  <a:srgbClr val="FFFF00"/>
                </a:highlight>
              </a:rPr>
              <a:t> or other names) </a:t>
            </a:r>
            <a:endParaRPr lang="en-MY" sz="1600" u="sng" dirty="0">
              <a:highlight>
                <a:srgbClr val="FFFF00"/>
              </a:highlight>
            </a:endParaRPr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endParaRPr lang="en-US" sz="1400" dirty="0">
              <a:highlight>
                <a:srgbClr val="FFFF00"/>
              </a:highlight>
            </a:endParaRPr>
          </a:p>
          <a:p>
            <a:pPr marL="0" indent="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itchFamily="2" charset="2"/>
              <a:buNone/>
              <a:defRPr/>
            </a:pPr>
            <a:r>
              <a:rPr lang="en-MY" sz="1400" b="1" dirty="0"/>
              <a:t>&lt;?php </a:t>
            </a:r>
            <a:r>
              <a:rPr lang="en-MY" sz="1400" b="1" dirty="0">
                <a:solidFill>
                  <a:srgbClr val="FF0000"/>
                </a:solidFill>
              </a:rPr>
              <a:t>include(“</a:t>
            </a:r>
            <a:r>
              <a:rPr lang="en-MY" sz="1400" b="1" dirty="0" err="1">
                <a:solidFill>
                  <a:srgbClr val="FF0000"/>
                </a:solidFill>
              </a:rPr>
              <a:t>class_lib.php</a:t>
            </a:r>
            <a:r>
              <a:rPr lang="en-MY" sz="1400" b="1" dirty="0">
                <a:solidFill>
                  <a:srgbClr val="FF0000"/>
                </a:solidFill>
              </a:rPr>
              <a:t>”); </a:t>
            </a:r>
            <a:r>
              <a:rPr lang="en-MY" sz="1400" b="1" dirty="0"/>
              <a:t>?&gt; </a:t>
            </a:r>
            <a:endParaRPr lang="en-MY" sz="1400" dirty="0"/>
          </a:p>
          <a:p>
            <a:pPr marL="0" indent="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itchFamily="2" charset="2"/>
              <a:buNone/>
              <a:defRPr/>
            </a:pPr>
            <a:r>
              <a:rPr lang="en-MY" sz="1400" dirty="0"/>
              <a:t>&lt;?</a:t>
            </a:r>
            <a:r>
              <a:rPr lang="en-MY" sz="1400" dirty="0" err="1"/>
              <a:t>php</a:t>
            </a:r>
            <a:br>
              <a:rPr lang="en-MY" sz="1400" dirty="0"/>
            </a:br>
            <a:r>
              <a:rPr lang="en-MY" sz="1400" dirty="0"/>
              <a:t>$</a:t>
            </a:r>
            <a:r>
              <a:rPr lang="en-MY" sz="1400" dirty="0" err="1"/>
              <a:t>ali</a:t>
            </a:r>
            <a:r>
              <a:rPr lang="en-MY" sz="1400" dirty="0"/>
              <a:t> = new Student(); </a:t>
            </a:r>
            <a:r>
              <a:rPr lang="en-MY" sz="1400" i="1" dirty="0"/>
              <a:t>// </a:t>
            </a:r>
            <a:r>
              <a:rPr lang="en-MY" sz="1400" i="1" dirty="0">
                <a:solidFill>
                  <a:srgbClr val="FF0000"/>
                </a:solidFill>
              </a:rPr>
              <a:t>Instantiation</a:t>
            </a:r>
            <a:r>
              <a:rPr lang="en-MY" sz="1400" i="1" dirty="0"/>
              <a:t> </a:t>
            </a:r>
            <a:endParaRPr lang="en-MY" sz="1400" dirty="0"/>
          </a:p>
          <a:p>
            <a:pPr marL="0" indent="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itchFamily="2" charset="2"/>
              <a:buNone/>
              <a:defRPr/>
            </a:pPr>
            <a:r>
              <a:rPr lang="en-MY" sz="1400" dirty="0"/>
              <a:t>$</a:t>
            </a:r>
            <a:r>
              <a:rPr lang="en-MY" sz="1400" dirty="0" err="1"/>
              <a:t>ali</a:t>
            </a:r>
            <a:r>
              <a:rPr lang="en-MY" sz="1400" dirty="0"/>
              <a:t>-&gt;</a:t>
            </a:r>
            <a:r>
              <a:rPr lang="en-MY" sz="1400" dirty="0" err="1"/>
              <a:t>setName</a:t>
            </a:r>
            <a:r>
              <a:rPr lang="en-MY" sz="1400" dirty="0"/>
              <a:t>($_POST[‘name’]); </a:t>
            </a:r>
            <a:r>
              <a:rPr lang="en-MY" sz="1400" i="1" dirty="0"/>
              <a:t>// </a:t>
            </a:r>
            <a:r>
              <a:rPr lang="en-MY" sz="1400" i="1" dirty="0">
                <a:solidFill>
                  <a:srgbClr val="FF0000"/>
                </a:solidFill>
              </a:rPr>
              <a:t>From HTML form </a:t>
            </a:r>
          </a:p>
          <a:p>
            <a:pPr marL="0" indent="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itchFamily="2" charset="2"/>
              <a:buNone/>
              <a:defRPr/>
            </a:pPr>
            <a:r>
              <a:rPr lang="en-MY" sz="1400" dirty="0"/>
              <a:t>$</a:t>
            </a:r>
            <a:r>
              <a:rPr lang="en-MY" sz="1400" dirty="0" err="1"/>
              <a:t>ali</a:t>
            </a:r>
            <a:r>
              <a:rPr lang="en-MY" sz="1400" dirty="0"/>
              <a:t>-&gt;</a:t>
            </a:r>
            <a:r>
              <a:rPr lang="en-MY" sz="1400" dirty="0">
                <a:solidFill>
                  <a:srgbClr val="FF0000"/>
                </a:solidFill>
              </a:rPr>
              <a:t>name</a:t>
            </a:r>
            <a:r>
              <a:rPr lang="en-MY" sz="1400" dirty="0"/>
              <a:t> = ‘</a:t>
            </a:r>
            <a:r>
              <a:rPr lang="en-MY" sz="1400" dirty="0" err="1"/>
              <a:t>abu</a:t>
            </a:r>
            <a:r>
              <a:rPr lang="en-MY" sz="1400" dirty="0"/>
              <a:t>’; </a:t>
            </a:r>
            <a:r>
              <a:rPr lang="en-MY" sz="1400" i="1" dirty="0"/>
              <a:t>//cannot access private property </a:t>
            </a:r>
            <a:endParaRPr lang="en-MY" sz="1400" dirty="0"/>
          </a:p>
          <a:p>
            <a:pPr marL="0" indent="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itchFamily="2" charset="2"/>
              <a:buNone/>
              <a:defRPr/>
            </a:pPr>
            <a:r>
              <a:rPr lang="en-MY" sz="1400" dirty="0" err="1"/>
              <a:t>var_</a:t>
            </a:r>
            <a:r>
              <a:rPr lang="en-MY" sz="1400" dirty="0" err="1">
                <a:solidFill>
                  <a:srgbClr val="FF0000"/>
                </a:solidFill>
              </a:rPr>
              <a:t>dump</a:t>
            </a:r>
            <a:r>
              <a:rPr lang="en-MY" sz="1400" dirty="0"/>
              <a:t>($</a:t>
            </a:r>
            <a:r>
              <a:rPr lang="en-MY" sz="1400" dirty="0" err="1"/>
              <a:t>ali</a:t>
            </a:r>
            <a:r>
              <a:rPr lang="en-MY" sz="1400" dirty="0"/>
              <a:t>); </a:t>
            </a:r>
            <a:r>
              <a:rPr lang="en-MY" sz="1400" i="1" dirty="0"/>
              <a:t>// return object(Student) </a:t>
            </a:r>
          </a:p>
          <a:p>
            <a:pPr marL="0" indent="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buFont typeface="Wingdings" pitchFamily="2" charset="2"/>
              <a:buNone/>
              <a:defRPr/>
            </a:pPr>
            <a:r>
              <a:rPr lang="en-MY" sz="1400" dirty="0"/>
              <a:t>?&gt; </a:t>
            </a:r>
          </a:p>
          <a:p>
            <a:pPr marL="182880" indent="-182880" eaLnBrk="1" fontAlgn="auto" hangingPunct="1">
              <a:spcAft>
                <a:spcPts val="0"/>
              </a:spcAft>
              <a:buClr>
                <a:schemeClr val="accent1">
                  <a:lumMod val="75000"/>
                </a:schemeClr>
              </a:buClr>
              <a:defRPr/>
            </a:pP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A4A5C-320F-B8AE-4096-BE7917AFE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84189"/>
            <a:ext cx="7772400" cy="735012"/>
          </a:xfrm>
        </p:spPr>
        <p:txBody>
          <a:bodyPr/>
          <a:lstStyle/>
          <a:p>
            <a:pPr>
              <a:defRPr/>
            </a:pPr>
            <a:r>
              <a:rPr lang="en-US" dirty="0">
                <a:highlight>
                  <a:srgbClr val="FFFF00"/>
                </a:highlight>
              </a:rPr>
              <a:t>Example</a:t>
            </a:r>
          </a:p>
        </p:txBody>
      </p:sp>
      <p:sp>
        <p:nvSpPr>
          <p:cNvPr id="36866" name="Content Placeholder 2">
            <a:extLst>
              <a:ext uri="{FF2B5EF4-FFF2-40B4-BE49-F238E27FC236}">
                <a16:creationId xmlns:a16="http://schemas.microsoft.com/office/drawing/2014/main" id="{E8A9E26D-07E1-1687-8EBB-F8ED591240B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71513" y="1524000"/>
            <a:ext cx="7772400" cy="4051300"/>
          </a:xfrm>
        </p:spPr>
        <p:txBody>
          <a:bodyPr/>
          <a:lstStyle/>
          <a:p>
            <a:r>
              <a:rPr lang="en-MY" alt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&lt;?</a:t>
            </a:r>
            <a:r>
              <a:rPr lang="en-MY" altLang="en-US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php</a:t>
            </a:r>
            <a:br>
              <a:rPr lang="en-MY" altLang="en-US" sz="1400" dirty="0"/>
            </a:br>
            <a:r>
              <a:rPr lang="en-MY" altLang="en-US" sz="1400" dirty="0">
                <a:solidFill>
                  <a:srgbClr val="0000CD"/>
                </a:solidFill>
                <a:latin typeface="Consolas" panose="020B0609020204030204" pitchFamily="49" charset="0"/>
              </a:rPr>
              <a:t>class</a:t>
            </a:r>
            <a:r>
              <a:rPr lang="en-MY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Fruit {</a:t>
            </a:r>
            <a:br>
              <a:rPr lang="en-MY" altLang="en-US" sz="1400" dirty="0"/>
            </a:br>
            <a:r>
              <a:rPr lang="en-MY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MY" alt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// Properties</a:t>
            </a:r>
            <a:br>
              <a:rPr lang="en-MY" alt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</a:br>
            <a:r>
              <a:rPr lang="en-MY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MY" altLang="en-US" sz="1400" dirty="0">
                <a:solidFill>
                  <a:srgbClr val="0000CD"/>
                </a:solidFill>
                <a:latin typeface="Consolas" panose="020B0609020204030204" pitchFamily="49" charset="0"/>
              </a:rPr>
              <a:t>public</a:t>
            </a:r>
            <a:r>
              <a:rPr lang="en-MY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$name;</a:t>
            </a:r>
            <a:br>
              <a:rPr lang="en-MY" altLang="en-US" sz="1400" dirty="0"/>
            </a:br>
            <a:r>
              <a:rPr lang="en-MY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MY" altLang="en-US" sz="1400" dirty="0">
                <a:solidFill>
                  <a:srgbClr val="0000CD"/>
                </a:solidFill>
                <a:latin typeface="Consolas" panose="020B0609020204030204" pitchFamily="49" charset="0"/>
              </a:rPr>
              <a:t>public</a:t>
            </a:r>
            <a:r>
              <a:rPr lang="en-MY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$</a:t>
            </a:r>
            <a:r>
              <a:rPr lang="en-MY" alt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color</a:t>
            </a:r>
            <a:r>
              <a:rPr lang="en-MY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MY" altLang="en-US" sz="1400" dirty="0"/>
            </a:br>
            <a:br>
              <a:rPr lang="en-MY" altLang="en-US" sz="1400" dirty="0"/>
            </a:br>
            <a:r>
              <a:rPr lang="en-MY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MY" alt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// Methods</a:t>
            </a:r>
            <a:br>
              <a:rPr lang="en-MY" alt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</a:br>
            <a:r>
              <a:rPr lang="en-MY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MY" altLang="en-US" sz="1400" dirty="0">
                <a:solidFill>
                  <a:srgbClr val="0000CD"/>
                </a:solidFill>
                <a:latin typeface="Consolas" panose="020B0609020204030204" pitchFamily="49" charset="0"/>
              </a:rPr>
              <a:t>function</a:t>
            </a:r>
            <a:r>
              <a:rPr lang="en-MY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MY" alt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set_name</a:t>
            </a:r>
            <a:r>
              <a:rPr lang="en-MY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($name) {</a:t>
            </a:r>
            <a:br>
              <a:rPr lang="en-MY" altLang="en-US" sz="1400" dirty="0"/>
            </a:br>
            <a:r>
              <a:rPr lang="en-MY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$this-&gt;name = $name;</a:t>
            </a:r>
            <a:br>
              <a:rPr lang="en-MY" altLang="en-US" sz="1400" dirty="0"/>
            </a:br>
            <a:r>
              <a:rPr lang="en-MY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}</a:t>
            </a:r>
            <a:br>
              <a:rPr lang="en-MY" altLang="en-US" sz="1400" dirty="0"/>
            </a:br>
            <a:r>
              <a:rPr lang="en-MY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MY" altLang="en-US" sz="1400" dirty="0">
                <a:solidFill>
                  <a:srgbClr val="0000CD"/>
                </a:solidFill>
                <a:latin typeface="Consolas" panose="020B0609020204030204" pitchFamily="49" charset="0"/>
              </a:rPr>
              <a:t>function</a:t>
            </a:r>
            <a:r>
              <a:rPr lang="en-MY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MY" alt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get_name</a:t>
            </a:r>
            <a:r>
              <a:rPr lang="en-MY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  <a:br>
              <a:rPr lang="en-MY" altLang="en-US" sz="1400" dirty="0"/>
            </a:br>
            <a:r>
              <a:rPr lang="en-MY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MY" altLang="en-US" sz="1400" dirty="0">
                <a:solidFill>
                  <a:srgbClr val="0000CD"/>
                </a:solidFill>
                <a:latin typeface="Consolas" panose="020B0609020204030204" pitchFamily="49" charset="0"/>
              </a:rPr>
              <a:t>return</a:t>
            </a:r>
            <a:r>
              <a:rPr lang="en-MY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$this-&gt;name;</a:t>
            </a:r>
            <a:br>
              <a:rPr lang="en-MY" altLang="en-US" sz="1400" dirty="0"/>
            </a:br>
            <a:r>
              <a:rPr lang="en-MY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}</a:t>
            </a:r>
            <a:br>
              <a:rPr lang="en-MY" altLang="en-US" sz="1400" dirty="0"/>
            </a:br>
            <a:r>
              <a:rPr lang="en-MY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br>
              <a:rPr lang="en-MY" altLang="en-US" sz="1400" dirty="0"/>
            </a:br>
            <a:br>
              <a:rPr lang="en-MY" altLang="en-US" sz="1400" dirty="0"/>
            </a:br>
            <a:r>
              <a:rPr lang="en-MY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$a = </a:t>
            </a:r>
            <a:r>
              <a:rPr lang="en-MY" altLang="en-US" sz="1400" dirty="0">
                <a:solidFill>
                  <a:srgbClr val="0000CD"/>
                </a:solidFill>
                <a:latin typeface="Consolas" panose="020B0609020204030204" pitchFamily="49" charset="0"/>
              </a:rPr>
              <a:t>new</a:t>
            </a:r>
            <a:r>
              <a:rPr lang="en-MY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Fruit();</a:t>
            </a:r>
            <a:br>
              <a:rPr lang="en-MY" altLang="en-US" sz="1400" dirty="0"/>
            </a:br>
            <a:r>
              <a:rPr lang="en-MY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$b = </a:t>
            </a:r>
            <a:r>
              <a:rPr lang="en-MY" altLang="en-US" sz="1400" dirty="0">
                <a:solidFill>
                  <a:srgbClr val="0000CD"/>
                </a:solidFill>
                <a:latin typeface="Consolas" panose="020B0609020204030204" pitchFamily="49" charset="0"/>
              </a:rPr>
              <a:t>new</a:t>
            </a:r>
            <a:r>
              <a:rPr lang="en-MY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Fruit();</a:t>
            </a:r>
            <a:br>
              <a:rPr lang="en-MY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MY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$b-&gt;</a:t>
            </a:r>
            <a:r>
              <a:rPr lang="en-MY" alt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set_name</a:t>
            </a:r>
            <a:r>
              <a:rPr lang="en-MY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MY" altLang="en-US" sz="1400" dirty="0">
                <a:solidFill>
                  <a:srgbClr val="A52A2A"/>
                </a:solidFill>
                <a:latin typeface="Consolas" panose="020B0609020204030204" pitchFamily="49" charset="0"/>
              </a:rPr>
              <a:t>'Banana'</a:t>
            </a:r>
            <a:r>
              <a:rPr lang="en-MY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br>
              <a:rPr lang="en-MY" altLang="en-US" sz="1400" dirty="0"/>
            </a:br>
            <a:r>
              <a:rPr lang="en-MY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$a-&gt;</a:t>
            </a:r>
            <a:r>
              <a:rPr lang="en-MY" alt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set_name</a:t>
            </a:r>
            <a:r>
              <a:rPr lang="en-MY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MY" altLang="en-US" sz="1400" dirty="0">
                <a:solidFill>
                  <a:srgbClr val="A52A2A"/>
                </a:solidFill>
                <a:latin typeface="Consolas" panose="020B0609020204030204" pitchFamily="49" charset="0"/>
              </a:rPr>
              <a:t>'Apple'</a:t>
            </a:r>
            <a:r>
              <a:rPr lang="en-MY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br>
              <a:rPr lang="en-MY" altLang="en-US" sz="1400" dirty="0"/>
            </a:br>
            <a:br>
              <a:rPr lang="en-MY" altLang="en-US" sz="1400" dirty="0"/>
            </a:br>
            <a:r>
              <a:rPr lang="en-MY" altLang="en-US" sz="1400" dirty="0">
                <a:solidFill>
                  <a:srgbClr val="0000CD"/>
                </a:solidFill>
                <a:latin typeface="Consolas" panose="020B0609020204030204" pitchFamily="49" charset="0"/>
              </a:rPr>
              <a:t>echo</a:t>
            </a:r>
            <a:r>
              <a:rPr lang="en-MY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$a-&gt;</a:t>
            </a:r>
            <a:r>
              <a:rPr lang="en-MY" alt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get_name</a:t>
            </a:r>
            <a:r>
              <a:rPr lang="en-MY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br>
              <a:rPr lang="en-MY" altLang="en-US" sz="1400" dirty="0"/>
            </a:br>
            <a:r>
              <a:rPr lang="en-MY" altLang="en-US" sz="1400" dirty="0">
                <a:solidFill>
                  <a:srgbClr val="0000CD"/>
                </a:solidFill>
                <a:latin typeface="Consolas" panose="020B0609020204030204" pitchFamily="49" charset="0"/>
              </a:rPr>
              <a:t>echo</a:t>
            </a:r>
            <a:r>
              <a:rPr lang="en-MY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MY" altLang="en-US" sz="1400" dirty="0">
                <a:solidFill>
                  <a:srgbClr val="A52A2A"/>
                </a:solidFill>
                <a:latin typeface="Consolas" panose="020B0609020204030204" pitchFamily="49" charset="0"/>
              </a:rPr>
              <a:t>"&lt;</a:t>
            </a:r>
            <a:r>
              <a:rPr lang="en-MY" altLang="en-US" sz="1400" dirty="0" err="1">
                <a:solidFill>
                  <a:srgbClr val="A52A2A"/>
                </a:solidFill>
                <a:latin typeface="Consolas" panose="020B0609020204030204" pitchFamily="49" charset="0"/>
              </a:rPr>
              <a:t>br</a:t>
            </a:r>
            <a:r>
              <a:rPr lang="en-MY" altLang="en-US" sz="1400" dirty="0">
                <a:solidFill>
                  <a:srgbClr val="A52A2A"/>
                </a:solidFill>
                <a:latin typeface="Consolas" panose="020B0609020204030204" pitchFamily="49" charset="0"/>
              </a:rPr>
              <a:t>&gt;"</a:t>
            </a:r>
            <a:r>
              <a:rPr lang="en-MY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MY" altLang="en-US" sz="1400" dirty="0"/>
            </a:br>
            <a:r>
              <a:rPr lang="en-MY" altLang="en-US" sz="1400" dirty="0">
                <a:solidFill>
                  <a:srgbClr val="0000CD"/>
                </a:solidFill>
                <a:latin typeface="Consolas" panose="020B0609020204030204" pitchFamily="49" charset="0"/>
              </a:rPr>
              <a:t>echo</a:t>
            </a:r>
            <a:r>
              <a:rPr lang="en-MY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$b-&gt;</a:t>
            </a:r>
            <a:r>
              <a:rPr lang="en-MY" alt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get_name</a:t>
            </a:r>
            <a:r>
              <a:rPr lang="en-MY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br>
              <a:rPr lang="en-MY" altLang="en-US" sz="1400" dirty="0"/>
            </a:br>
            <a:r>
              <a:rPr lang="en-MY" alt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?&gt;</a:t>
            </a:r>
            <a:endParaRPr lang="en-US" altLang="en-US" sz="1400" dirty="0"/>
          </a:p>
        </p:txBody>
      </p:sp>
      <p:sp>
        <p:nvSpPr>
          <p:cNvPr id="36867" name="TextBox 3">
            <a:extLst>
              <a:ext uri="{FF2B5EF4-FFF2-40B4-BE49-F238E27FC236}">
                <a16:creationId xmlns:a16="http://schemas.microsoft.com/office/drawing/2014/main" id="{FC164B1B-8534-E402-1411-33AF725DB2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7713" y="1177925"/>
            <a:ext cx="4343400" cy="289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Rockwell" panose="02060603020205020403" pitchFamily="18" charset="77"/>
              </a:defRPr>
            </a:lvl1pPr>
            <a:lvl2pPr marL="742950" indent="-285750">
              <a:defRPr>
                <a:solidFill>
                  <a:schemeClr val="tx1"/>
                </a:solidFill>
                <a:latin typeface="Rockwell" panose="02060603020205020403" pitchFamily="18" charset="77"/>
              </a:defRPr>
            </a:lvl2pPr>
            <a:lvl3pPr marL="1143000" indent="-228600">
              <a:defRPr>
                <a:solidFill>
                  <a:schemeClr val="tx1"/>
                </a:solidFill>
                <a:latin typeface="Rockwell" panose="02060603020205020403" pitchFamily="18" charset="77"/>
              </a:defRPr>
            </a:lvl3pPr>
            <a:lvl4pPr marL="1600200" indent="-228600">
              <a:defRPr>
                <a:solidFill>
                  <a:schemeClr val="tx1"/>
                </a:solidFill>
                <a:latin typeface="Rockwell" panose="02060603020205020403" pitchFamily="18" charset="77"/>
              </a:defRPr>
            </a:lvl4pPr>
            <a:lvl5pPr marL="2057400" indent="-228600">
              <a:defRPr>
                <a:solidFill>
                  <a:schemeClr val="tx1"/>
                </a:solidFill>
                <a:latin typeface="Rockwell" panose="02060603020205020403" pitchFamily="18" charset="7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7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7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7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77"/>
              </a:defRPr>
            </a:lvl9pPr>
          </a:lstStyle>
          <a:p>
            <a:r>
              <a:rPr lang="en-MY" altLang="en-US" sz="1400">
                <a:solidFill>
                  <a:srgbClr val="000000"/>
                </a:solidFill>
                <a:latin typeface="Verdana" panose="020B0604030504040204" pitchFamily="34" charset="0"/>
              </a:rPr>
              <a:t>Classes are nothing without objects! </a:t>
            </a:r>
          </a:p>
          <a:p>
            <a:r>
              <a:rPr lang="en-MY" altLang="en-US" sz="1400">
                <a:solidFill>
                  <a:srgbClr val="000000"/>
                </a:solidFill>
                <a:latin typeface="Verdana" panose="020B0604030504040204" pitchFamily="34" charset="0"/>
              </a:rPr>
              <a:t>We can create multiple objects from a class.</a:t>
            </a:r>
          </a:p>
          <a:p>
            <a:r>
              <a:rPr lang="en-MY" altLang="en-US" sz="140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</a:p>
          <a:p>
            <a:r>
              <a:rPr lang="en-MY" altLang="en-US" sz="1400">
                <a:solidFill>
                  <a:srgbClr val="000000"/>
                </a:solidFill>
                <a:latin typeface="Verdana" panose="020B0604030504040204" pitchFamily="34" charset="0"/>
              </a:rPr>
              <a:t>Each object has all the properties and methods defined in the class, but they will have different property values.</a:t>
            </a:r>
          </a:p>
          <a:p>
            <a:endParaRPr lang="en-MY" altLang="en-US" sz="140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r>
              <a:rPr lang="en-MY" altLang="en-US" sz="1400">
                <a:solidFill>
                  <a:srgbClr val="000000"/>
                </a:solidFill>
                <a:latin typeface="Verdana" panose="020B0604030504040204" pitchFamily="34" charset="0"/>
              </a:rPr>
              <a:t>Objects of a class is created using the </a:t>
            </a:r>
            <a:r>
              <a:rPr lang="en-MY" altLang="en-US" sz="1400" b="1">
                <a:solidFill>
                  <a:srgbClr val="FF0000"/>
                </a:solidFill>
                <a:latin typeface="Verdana" panose="020B0604030504040204" pitchFamily="34" charset="0"/>
              </a:rPr>
              <a:t>new</a:t>
            </a:r>
            <a:r>
              <a:rPr lang="en-MY" altLang="en-US" sz="1400">
                <a:solidFill>
                  <a:srgbClr val="000000"/>
                </a:solidFill>
                <a:latin typeface="Verdana" panose="020B0604030504040204" pitchFamily="34" charset="0"/>
              </a:rPr>
              <a:t> keyword.</a:t>
            </a:r>
          </a:p>
          <a:p>
            <a:endParaRPr lang="en-MY" altLang="en-US" sz="140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r>
              <a:rPr lang="en-MY" altLang="en-US" sz="1400">
                <a:solidFill>
                  <a:srgbClr val="000000"/>
                </a:solidFill>
                <a:latin typeface="Verdana" panose="020B0604030504040204" pitchFamily="34" charset="0"/>
              </a:rPr>
              <a:t>In the example below, $</a:t>
            </a:r>
            <a:r>
              <a:rPr lang="en-MY" altLang="en-US" sz="1400">
                <a:solidFill>
                  <a:srgbClr val="FF0000"/>
                </a:solidFill>
                <a:latin typeface="Verdana" panose="020B0604030504040204" pitchFamily="34" charset="0"/>
              </a:rPr>
              <a:t>apple</a:t>
            </a:r>
            <a:r>
              <a:rPr lang="en-MY" altLang="en-US" sz="1400">
                <a:solidFill>
                  <a:srgbClr val="000000"/>
                </a:solidFill>
                <a:latin typeface="Verdana" panose="020B0604030504040204" pitchFamily="34" charset="0"/>
              </a:rPr>
              <a:t> and $</a:t>
            </a:r>
            <a:r>
              <a:rPr lang="en-MY" altLang="en-US" sz="1400">
                <a:solidFill>
                  <a:srgbClr val="FF0000"/>
                </a:solidFill>
                <a:latin typeface="Verdana" panose="020B0604030504040204" pitchFamily="34" charset="0"/>
              </a:rPr>
              <a:t>banana</a:t>
            </a:r>
            <a:r>
              <a:rPr lang="en-MY" altLang="en-US" sz="1400">
                <a:solidFill>
                  <a:srgbClr val="000000"/>
                </a:solidFill>
                <a:latin typeface="Verdana" panose="020B0604030504040204" pitchFamily="34" charset="0"/>
              </a:rPr>
              <a:t> are instances of the class Fruit:</a:t>
            </a:r>
          </a:p>
          <a:p>
            <a:endParaRPr lang="en-US" altLang="en-US" sz="1400"/>
          </a:p>
        </p:txBody>
      </p:sp>
      <p:sp>
        <p:nvSpPr>
          <p:cNvPr id="36868" name="TextBox 4">
            <a:extLst>
              <a:ext uri="{FF2B5EF4-FFF2-40B4-BE49-F238E27FC236}">
                <a16:creationId xmlns:a16="http://schemas.microsoft.com/office/drawing/2014/main" id="{06D3C165-9ADB-B68D-8AD6-F1A1A788BB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5695950"/>
            <a:ext cx="24828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Rockwell" panose="02060603020205020403" pitchFamily="18" charset="77"/>
              </a:defRPr>
            </a:lvl1pPr>
            <a:lvl2pPr marL="742950" indent="-285750">
              <a:defRPr>
                <a:solidFill>
                  <a:schemeClr val="tx1"/>
                </a:solidFill>
                <a:latin typeface="Rockwell" panose="02060603020205020403" pitchFamily="18" charset="77"/>
              </a:defRPr>
            </a:lvl2pPr>
            <a:lvl3pPr marL="1143000" indent="-228600">
              <a:defRPr>
                <a:solidFill>
                  <a:schemeClr val="tx1"/>
                </a:solidFill>
                <a:latin typeface="Rockwell" panose="02060603020205020403" pitchFamily="18" charset="77"/>
              </a:defRPr>
            </a:lvl3pPr>
            <a:lvl4pPr marL="1600200" indent="-228600">
              <a:defRPr>
                <a:solidFill>
                  <a:schemeClr val="tx1"/>
                </a:solidFill>
                <a:latin typeface="Rockwell" panose="02060603020205020403" pitchFamily="18" charset="77"/>
              </a:defRPr>
            </a:lvl4pPr>
            <a:lvl5pPr marL="2057400" indent="-228600">
              <a:defRPr>
                <a:solidFill>
                  <a:schemeClr val="tx1"/>
                </a:solidFill>
                <a:latin typeface="Rockwell" panose="02060603020205020403" pitchFamily="18" charset="7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7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7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7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Rockwell" panose="02060603020205020403" pitchFamily="18" charset="77"/>
              </a:defRPr>
            </a:lvl9pPr>
          </a:lstStyle>
          <a:p>
            <a:r>
              <a:rPr lang="en-US" altLang="en-US"/>
              <a:t>What will be Display?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11099-03BB-5990-70AD-964DB8D10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Example: </a:t>
            </a:r>
            <a:r>
              <a:rPr lang="en-MY" dirty="0" err="1"/>
              <a:t>welcome.html</a:t>
            </a:r>
            <a:endParaRPr lang="en-US" dirty="0"/>
          </a:p>
        </p:txBody>
      </p:sp>
      <p:sp>
        <p:nvSpPr>
          <p:cNvPr id="26626" name="Content Placeholder 2">
            <a:extLst>
              <a:ext uri="{FF2B5EF4-FFF2-40B4-BE49-F238E27FC236}">
                <a16:creationId xmlns:a16="http://schemas.microsoft.com/office/drawing/2014/main" id="{7D24C644-4487-6BEF-9C0B-B8E56C10148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MY" altLang="en-US" dirty="0"/>
              <a:t>&lt;html&gt;</a:t>
            </a:r>
            <a:br>
              <a:rPr lang="en-MY" altLang="en-US" dirty="0"/>
            </a:br>
            <a:r>
              <a:rPr lang="en-MY" altLang="en-US" dirty="0"/>
              <a:t>&lt;body&gt;</a:t>
            </a:r>
            <a:br>
              <a:rPr lang="en-MY" altLang="en-US" dirty="0"/>
            </a:br>
            <a:br>
              <a:rPr lang="en-MY" altLang="en-US" dirty="0"/>
            </a:br>
            <a:r>
              <a:rPr lang="en-MY" altLang="en-US" dirty="0"/>
              <a:t>&lt;form action="</a:t>
            </a:r>
            <a:r>
              <a:rPr lang="en-MY" altLang="en-US" dirty="0" err="1">
                <a:solidFill>
                  <a:srgbClr val="0070C0"/>
                </a:solidFill>
              </a:rPr>
              <a:t>welcome.php</a:t>
            </a:r>
            <a:r>
              <a:rPr lang="en-MY" altLang="en-US" dirty="0"/>
              <a:t>" method="post"&gt;</a:t>
            </a:r>
          </a:p>
          <a:p>
            <a:pPr>
              <a:defRPr/>
            </a:pPr>
            <a:br>
              <a:rPr lang="en-MY" altLang="en-US" dirty="0"/>
            </a:br>
            <a:r>
              <a:rPr lang="en-MY" altLang="en-US" dirty="0"/>
              <a:t>Name: &lt;input type="</a:t>
            </a:r>
            <a:r>
              <a:rPr lang="en-MY" altLang="en-US" dirty="0">
                <a:highlight>
                  <a:srgbClr val="FFFF00"/>
                </a:highlight>
              </a:rPr>
              <a:t>text</a:t>
            </a:r>
            <a:r>
              <a:rPr lang="en-MY" altLang="en-US" dirty="0"/>
              <a:t>" name="</a:t>
            </a:r>
            <a:r>
              <a:rPr lang="en-MY" altLang="en-US" dirty="0">
                <a:solidFill>
                  <a:srgbClr val="FF0000"/>
                </a:solidFill>
              </a:rPr>
              <a:t>name</a:t>
            </a:r>
            <a:r>
              <a:rPr lang="en-MY" altLang="en-US" dirty="0"/>
              <a:t>"&gt;&lt;</a:t>
            </a:r>
            <a:r>
              <a:rPr lang="en-MY" altLang="en-US" dirty="0" err="1"/>
              <a:t>br</a:t>
            </a:r>
            <a:r>
              <a:rPr lang="en-MY" altLang="en-US" dirty="0"/>
              <a:t>&gt;</a:t>
            </a:r>
            <a:br>
              <a:rPr lang="en-MY" altLang="en-US" dirty="0"/>
            </a:br>
            <a:r>
              <a:rPr lang="en-MY" altLang="en-US" dirty="0"/>
              <a:t>E-mail: &lt;input type="</a:t>
            </a:r>
            <a:r>
              <a:rPr lang="en-MY" altLang="en-US" dirty="0">
                <a:highlight>
                  <a:srgbClr val="FFFF00"/>
                </a:highlight>
              </a:rPr>
              <a:t>text</a:t>
            </a:r>
            <a:r>
              <a:rPr lang="en-MY" altLang="en-US" dirty="0"/>
              <a:t>" name="</a:t>
            </a:r>
            <a:r>
              <a:rPr lang="en-MY" altLang="en-US" dirty="0">
                <a:solidFill>
                  <a:srgbClr val="FF0000"/>
                </a:solidFill>
              </a:rPr>
              <a:t>email</a:t>
            </a:r>
            <a:r>
              <a:rPr lang="en-MY" altLang="en-US" dirty="0"/>
              <a:t>"&gt;&lt;</a:t>
            </a:r>
            <a:r>
              <a:rPr lang="en-MY" altLang="en-US" dirty="0" err="1"/>
              <a:t>br</a:t>
            </a:r>
            <a:r>
              <a:rPr lang="en-MY" altLang="en-US" dirty="0"/>
              <a:t>&gt;</a:t>
            </a:r>
            <a:br>
              <a:rPr lang="en-MY" altLang="en-US" dirty="0"/>
            </a:br>
            <a:r>
              <a:rPr lang="en-MY" altLang="en-US" dirty="0"/>
              <a:t>&lt;input type="submit"&gt;</a:t>
            </a:r>
          </a:p>
          <a:p>
            <a:pPr>
              <a:defRPr/>
            </a:pPr>
            <a:br>
              <a:rPr lang="en-MY" altLang="en-US" dirty="0"/>
            </a:br>
            <a:r>
              <a:rPr lang="en-MY" altLang="en-US" dirty="0"/>
              <a:t>&lt;/form&gt;</a:t>
            </a:r>
            <a:br>
              <a:rPr lang="en-MY" altLang="en-US" dirty="0"/>
            </a:br>
            <a:br>
              <a:rPr lang="en-MY" altLang="en-US" dirty="0"/>
            </a:br>
            <a:r>
              <a:rPr lang="en-MY" altLang="en-US" dirty="0"/>
              <a:t>&lt;/body&gt;</a:t>
            </a:r>
            <a:br>
              <a:rPr lang="en-MY" altLang="en-US" dirty="0"/>
            </a:br>
            <a:r>
              <a:rPr lang="en-MY" altLang="en-US" dirty="0"/>
              <a:t>&lt;/html&gt;</a:t>
            </a:r>
            <a:endParaRPr lang="en-US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A07AC-7B05-802D-7361-12F9F14E1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MY" dirty="0" err="1"/>
              <a:t>welcome.php</a:t>
            </a:r>
            <a:endParaRPr lang="en-US" dirty="0"/>
          </a:p>
        </p:txBody>
      </p:sp>
      <p:sp>
        <p:nvSpPr>
          <p:cNvPr id="32770" name="Content Placeholder 2">
            <a:extLst>
              <a:ext uri="{FF2B5EF4-FFF2-40B4-BE49-F238E27FC236}">
                <a16:creationId xmlns:a16="http://schemas.microsoft.com/office/drawing/2014/main" id="{F99FA5CD-5570-D094-BBFF-DF89B3524A0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MY" altLang="en-US" dirty="0"/>
              <a:t>&lt;html&gt;</a:t>
            </a:r>
            <a:br>
              <a:rPr lang="en-MY" altLang="en-US" dirty="0"/>
            </a:br>
            <a:r>
              <a:rPr lang="en-MY" altLang="en-US" dirty="0"/>
              <a:t>&lt;body&gt;</a:t>
            </a:r>
            <a:br>
              <a:rPr lang="en-MY" altLang="en-US" dirty="0"/>
            </a:br>
            <a:br>
              <a:rPr lang="en-MY" altLang="en-US" dirty="0"/>
            </a:br>
            <a:r>
              <a:rPr lang="en-MY" altLang="en-US" dirty="0"/>
              <a:t>Welcome &lt;?</a:t>
            </a:r>
            <a:r>
              <a:rPr lang="en-MY" altLang="en-US" dirty="0" err="1"/>
              <a:t>php</a:t>
            </a:r>
            <a:r>
              <a:rPr lang="en-MY" altLang="en-US" dirty="0"/>
              <a:t> echo $_POST["name"]; ?&gt;&lt;</a:t>
            </a:r>
            <a:r>
              <a:rPr lang="en-MY" altLang="en-US" dirty="0" err="1"/>
              <a:t>br</a:t>
            </a:r>
            <a:r>
              <a:rPr lang="en-MY" altLang="en-US" dirty="0"/>
              <a:t>&gt;</a:t>
            </a:r>
            <a:br>
              <a:rPr lang="en-MY" altLang="en-US" dirty="0"/>
            </a:br>
            <a:r>
              <a:rPr lang="en-MY" altLang="en-US" dirty="0"/>
              <a:t>Your email address is: &lt;?</a:t>
            </a:r>
            <a:r>
              <a:rPr lang="en-MY" altLang="en-US" dirty="0" err="1"/>
              <a:t>php</a:t>
            </a:r>
            <a:r>
              <a:rPr lang="en-MY" altLang="en-US" dirty="0"/>
              <a:t> echo $_POST["email"]; ?&gt;</a:t>
            </a:r>
            <a:br>
              <a:rPr lang="en-MY" altLang="en-US" dirty="0"/>
            </a:br>
            <a:br>
              <a:rPr lang="en-MY" altLang="en-US" dirty="0"/>
            </a:br>
            <a:r>
              <a:rPr lang="en-MY" altLang="en-US" dirty="0"/>
              <a:t>&lt;/body&gt;</a:t>
            </a:r>
            <a:br>
              <a:rPr lang="en-MY" altLang="en-US" dirty="0"/>
            </a:br>
            <a:r>
              <a:rPr lang="en-MY" altLang="en-US" dirty="0"/>
              <a:t>&lt;/html&gt;</a:t>
            </a:r>
            <a:endParaRPr lang="en-US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EA22C-C36C-3690-1440-189517AB3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514600"/>
            <a:ext cx="7772400" cy="1609725"/>
          </a:xfrm>
        </p:spPr>
        <p:txBody>
          <a:bodyPr/>
          <a:lstStyle/>
          <a:p>
            <a:r>
              <a:rPr lang="en-US" dirty="0"/>
              <a:t>Sample login script</a:t>
            </a:r>
          </a:p>
        </p:txBody>
      </p:sp>
    </p:spTree>
    <p:extLst>
      <p:ext uri="{BB962C8B-B14F-4D97-AF65-F5344CB8AC3E}">
        <p14:creationId xmlns:p14="http://schemas.microsoft.com/office/powerpoint/2010/main" val="2824373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FDC51-0A55-31AE-F31D-A76942456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52400"/>
            <a:ext cx="7772400" cy="887412"/>
          </a:xfrm>
        </p:spPr>
        <p:txBody>
          <a:bodyPr/>
          <a:lstStyle/>
          <a:p>
            <a:r>
              <a:rPr lang="en-US" dirty="0" err="1"/>
              <a:t>Login.php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3FEFB4-951D-FC29-8C7B-9292E23875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686" y="1039812"/>
            <a:ext cx="7772400" cy="5029200"/>
          </a:xfrm>
        </p:spPr>
        <p:txBody>
          <a:bodyPr/>
          <a:lstStyle/>
          <a:p>
            <a:r>
              <a:rPr lang="en-US" sz="1200" dirty="0"/>
              <a:t>&lt;!DOCTYPE html&gt;</a:t>
            </a:r>
          </a:p>
          <a:p>
            <a:r>
              <a:rPr lang="en-US" sz="1200" dirty="0"/>
              <a:t>&lt;html&gt;</a:t>
            </a:r>
          </a:p>
          <a:p>
            <a:r>
              <a:rPr lang="en-US" sz="1200" dirty="0"/>
              <a:t>&lt;head&gt;</a:t>
            </a:r>
          </a:p>
          <a:p>
            <a:r>
              <a:rPr lang="en-US" sz="1200" dirty="0"/>
              <a:t>&lt;title&gt;Login Page&lt;/title&gt;</a:t>
            </a:r>
          </a:p>
          <a:p>
            <a:r>
              <a:rPr lang="en-US" sz="1200" dirty="0"/>
              <a:t>&lt;/head&gt;</a:t>
            </a:r>
          </a:p>
          <a:p>
            <a:r>
              <a:rPr lang="en-US" sz="1200" dirty="0"/>
              <a:t>&lt;body&gt;</a:t>
            </a:r>
          </a:p>
          <a:p>
            <a:r>
              <a:rPr lang="en-US" sz="1200" dirty="0"/>
              <a:t>&lt;form action="</a:t>
            </a:r>
            <a:r>
              <a:rPr lang="en-US" sz="1200" dirty="0" err="1"/>
              <a:t>authenticate.php</a:t>
            </a:r>
            <a:r>
              <a:rPr lang="en-US" sz="1200" dirty="0"/>
              <a:t>" method="POST"&gt;</a:t>
            </a:r>
          </a:p>
          <a:p>
            <a:r>
              <a:rPr lang="en-US" sz="1200" dirty="0"/>
              <a:t>&lt;h2&gt;Login&lt;/h2&gt;</a:t>
            </a:r>
          </a:p>
          <a:p>
            <a:r>
              <a:rPr lang="en-US" sz="1200" dirty="0"/>
              <a:t>&lt;label&gt;Username:&lt;/label&gt;&lt;</a:t>
            </a:r>
            <a:r>
              <a:rPr lang="en-US" sz="1200" dirty="0" err="1"/>
              <a:t>br</a:t>
            </a:r>
            <a:r>
              <a:rPr lang="en-US" sz="1200" dirty="0"/>
              <a:t>&gt;</a:t>
            </a:r>
          </a:p>
          <a:p>
            <a:r>
              <a:rPr lang="en-US" sz="1200" dirty="0"/>
              <a:t>&lt;input type="text" name="username" required&gt;&lt;</a:t>
            </a:r>
            <a:r>
              <a:rPr lang="en-US" sz="1200" dirty="0" err="1"/>
              <a:t>br</a:t>
            </a:r>
            <a:r>
              <a:rPr lang="en-US" sz="1200" dirty="0"/>
              <a:t>&gt;</a:t>
            </a:r>
          </a:p>
          <a:p>
            <a:r>
              <a:rPr lang="en-US" sz="1200" dirty="0"/>
              <a:t>&lt;label&gt;Password:&lt;/label&gt;&lt;</a:t>
            </a:r>
            <a:r>
              <a:rPr lang="en-US" sz="1200" dirty="0" err="1"/>
              <a:t>br</a:t>
            </a:r>
            <a:r>
              <a:rPr lang="en-US" sz="1200" dirty="0"/>
              <a:t>&gt;</a:t>
            </a:r>
          </a:p>
          <a:p>
            <a:r>
              <a:rPr lang="en-US" sz="1200" dirty="0"/>
              <a:t>&lt;input type="password" name="password" required&gt;&lt;</a:t>
            </a:r>
            <a:r>
              <a:rPr lang="en-US" sz="1200" dirty="0" err="1"/>
              <a:t>br</a:t>
            </a:r>
            <a:r>
              <a:rPr lang="en-US" sz="1200" dirty="0"/>
              <a:t>&gt;</a:t>
            </a:r>
          </a:p>
          <a:p>
            <a:r>
              <a:rPr lang="en-US" sz="1200" dirty="0"/>
              <a:t>&lt;input type="submit" value="Login"&gt;</a:t>
            </a:r>
          </a:p>
          <a:p>
            <a:r>
              <a:rPr lang="en-US" sz="1200" dirty="0"/>
              <a:t>&lt;/form&gt;</a:t>
            </a:r>
          </a:p>
          <a:p>
            <a:r>
              <a:rPr lang="en-US" sz="1200" dirty="0"/>
              <a:t>&lt;/body&gt;</a:t>
            </a:r>
          </a:p>
          <a:p>
            <a:r>
              <a:rPr lang="en-US" sz="1200" dirty="0"/>
              <a:t>&lt;/html&gt;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62892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42115-5A9E-1D61-5536-6F154A290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52400"/>
            <a:ext cx="7772400" cy="811212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Authenticate.php</a:t>
            </a:r>
            <a:endParaRPr lang="en-US" dirty="0"/>
          </a:p>
        </p:txBody>
      </p:sp>
      <p:sp>
        <p:nvSpPr>
          <p:cNvPr id="35842" name="Content Placeholder 2">
            <a:extLst>
              <a:ext uri="{FF2B5EF4-FFF2-40B4-BE49-F238E27FC236}">
                <a16:creationId xmlns:a16="http://schemas.microsoft.com/office/drawing/2014/main" id="{EB500DD5-055F-8B56-5A72-17918429F04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1039097"/>
            <a:ext cx="3886200" cy="4801314"/>
          </a:xfrm>
        </p:spPr>
        <p:txBody>
          <a:bodyPr/>
          <a:lstStyle/>
          <a:p>
            <a:r>
              <a:rPr lang="en-US" sz="1200" dirty="0"/>
              <a:t>&lt;?</a:t>
            </a:r>
            <a:r>
              <a:rPr lang="en-US" sz="1200" dirty="0" err="1"/>
              <a:t>php</a:t>
            </a:r>
            <a:endParaRPr lang="en-US" sz="1200" dirty="0"/>
          </a:p>
          <a:p>
            <a:r>
              <a:rPr lang="en-US" sz="1200" dirty="0"/>
              <a:t>require '</a:t>
            </a:r>
            <a:r>
              <a:rPr lang="en-US" sz="1200" dirty="0" err="1"/>
              <a:t>config.php</a:t>
            </a:r>
            <a:r>
              <a:rPr lang="en-US" sz="1200" dirty="0"/>
              <a:t>';</a:t>
            </a:r>
            <a:br>
              <a:rPr lang="en-US" sz="1200" dirty="0"/>
            </a:br>
            <a:endParaRPr lang="en-US" sz="1200" dirty="0"/>
          </a:p>
          <a:p>
            <a:r>
              <a:rPr lang="en-US" sz="1200" dirty="0"/>
              <a:t>// Get form data</a:t>
            </a:r>
          </a:p>
          <a:p>
            <a:r>
              <a:rPr lang="en-US" sz="1200" dirty="0"/>
              <a:t>$username = $_POST['username'];</a:t>
            </a:r>
          </a:p>
          <a:p>
            <a:r>
              <a:rPr lang="en-US" sz="1200" dirty="0"/>
              <a:t>$password = $_POST['password’];</a:t>
            </a:r>
          </a:p>
          <a:p>
            <a:endParaRPr lang="en-US" sz="1200" dirty="0"/>
          </a:p>
          <a:p>
            <a:r>
              <a:rPr lang="en-US" sz="1200" dirty="0"/>
              <a:t>// Check if user exists</a:t>
            </a:r>
          </a:p>
          <a:p>
            <a:r>
              <a:rPr lang="en-US" sz="1200" dirty="0"/>
              <a:t>$</a:t>
            </a:r>
            <a:r>
              <a:rPr lang="en-US" sz="1200" dirty="0" err="1"/>
              <a:t>sql</a:t>
            </a:r>
            <a:r>
              <a:rPr lang="en-US" sz="1200" dirty="0"/>
              <a:t> = "SELECT * FROM users WHERE username = ?";</a:t>
            </a:r>
          </a:p>
          <a:p>
            <a:r>
              <a:rPr lang="en-US" sz="1200" dirty="0"/>
              <a:t>$</a:t>
            </a:r>
            <a:r>
              <a:rPr lang="en-US" sz="1200" dirty="0" err="1"/>
              <a:t>stmt</a:t>
            </a:r>
            <a:r>
              <a:rPr lang="en-US" sz="1200" dirty="0"/>
              <a:t> = $</a:t>
            </a:r>
            <a:r>
              <a:rPr lang="en-US" sz="1200" dirty="0" err="1"/>
              <a:t>pdo</a:t>
            </a:r>
            <a:r>
              <a:rPr lang="en-US" sz="1200" dirty="0"/>
              <a:t>-&gt;prepare($</a:t>
            </a:r>
            <a:r>
              <a:rPr lang="en-US" sz="1200" dirty="0" err="1"/>
              <a:t>sql</a:t>
            </a:r>
            <a:r>
              <a:rPr lang="en-US" sz="1200" dirty="0"/>
              <a:t>);</a:t>
            </a:r>
          </a:p>
          <a:p>
            <a:r>
              <a:rPr lang="en-US" sz="1200" dirty="0"/>
              <a:t>$</a:t>
            </a:r>
            <a:r>
              <a:rPr lang="en-US" sz="1200" dirty="0" err="1"/>
              <a:t>stmt</a:t>
            </a:r>
            <a:r>
              <a:rPr lang="en-US" sz="1200" dirty="0"/>
              <a:t>-&gt;execute([$username]);</a:t>
            </a:r>
          </a:p>
          <a:p>
            <a:r>
              <a:rPr lang="en-US" sz="1200" dirty="0"/>
              <a:t>$user = $</a:t>
            </a:r>
            <a:r>
              <a:rPr lang="en-US" sz="1200" dirty="0" err="1"/>
              <a:t>stmt</a:t>
            </a:r>
            <a:r>
              <a:rPr lang="en-US" sz="1200" dirty="0"/>
              <a:t>-&gt;fetch();</a:t>
            </a:r>
          </a:p>
          <a:p>
            <a:endParaRPr lang="en-US" sz="1000" dirty="0"/>
          </a:p>
          <a:p>
            <a:endParaRPr lang="en-US" altLang="en-US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716EC4-A5D0-F68D-778B-E7B58D0F97A8}"/>
              </a:ext>
            </a:extLst>
          </p:cNvPr>
          <p:cNvSpPr txBox="1"/>
          <p:nvPr/>
        </p:nvSpPr>
        <p:spPr>
          <a:xfrm>
            <a:off x="4572000" y="963612"/>
            <a:ext cx="4572000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if ($user &amp;&amp; </a:t>
            </a:r>
            <a:r>
              <a:rPr lang="en-US" sz="1400" dirty="0" err="1"/>
              <a:t>password_verify</a:t>
            </a:r>
            <a:r>
              <a:rPr lang="en-US" sz="1400" dirty="0"/>
              <a:t>($password, $user['password'])) </a:t>
            </a:r>
          </a:p>
          <a:p>
            <a:r>
              <a:rPr lang="en-US" sz="1400" dirty="0"/>
              <a:t>{</a:t>
            </a:r>
          </a:p>
          <a:p>
            <a:r>
              <a:rPr lang="en-US" sz="1400" dirty="0"/>
              <a:t>// Success: Set session and redirect</a:t>
            </a:r>
          </a:p>
          <a:p>
            <a:r>
              <a:rPr lang="en-US" sz="1400" dirty="0"/>
              <a:t>$_SESSION['</a:t>
            </a:r>
            <a:r>
              <a:rPr lang="en-US" sz="1400" dirty="0" err="1"/>
              <a:t>user_id</a:t>
            </a:r>
            <a:r>
              <a:rPr lang="en-US" sz="1400" dirty="0"/>
              <a:t>'] = $user['id'];</a:t>
            </a:r>
          </a:p>
          <a:p>
            <a:r>
              <a:rPr lang="en-US" sz="1400" dirty="0"/>
              <a:t>$_SESSION['username'] = $user['username'];</a:t>
            </a:r>
          </a:p>
          <a:p>
            <a:r>
              <a:rPr lang="en-US" sz="1400" dirty="0"/>
              <a:t>header("Location: </a:t>
            </a:r>
            <a:r>
              <a:rPr lang="en-US" sz="1400" dirty="0" err="1"/>
              <a:t>dashboard.php</a:t>
            </a:r>
            <a:r>
              <a:rPr lang="en-US" sz="1400" dirty="0"/>
              <a:t>");</a:t>
            </a:r>
          </a:p>
          <a:p>
            <a:r>
              <a:rPr lang="en-US" sz="1400" dirty="0"/>
              <a:t>exit;</a:t>
            </a:r>
          </a:p>
          <a:p>
            <a:r>
              <a:rPr lang="en-US" sz="1400" dirty="0"/>
              <a:t>} else {</a:t>
            </a:r>
          </a:p>
          <a:p>
            <a:endParaRPr lang="en-US" sz="1400" dirty="0"/>
          </a:p>
          <a:p>
            <a:r>
              <a:rPr lang="en-US" sz="1400" dirty="0"/>
              <a:t>// Failure</a:t>
            </a:r>
          </a:p>
          <a:p>
            <a:r>
              <a:rPr lang="en-US" sz="1400" dirty="0"/>
              <a:t>echo "&lt;p style='</a:t>
            </a:r>
            <a:r>
              <a:rPr lang="en-US" sz="1400" dirty="0" err="1"/>
              <a:t>color:red</a:t>
            </a:r>
            <a:r>
              <a:rPr lang="en-US" sz="1400" dirty="0"/>
              <a:t>; </a:t>
            </a:r>
            <a:r>
              <a:rPr lang="en-US" sz="1400" dirty="0" err="1"/>
              <a:t>text-align:center</a:t>
            </a:r>
            <a:r>
              <a:rPr lang="en-US" sz="1400" dirty="0"/>
              <a:t>;'&gt;Invalid username or password&lt;/p&gt;";</a:t>
            </a:r>
          </a:p>
          <a:p>
            <a:r>
              <a:rPr lang="en-US" sz="1400" dirty="0"/>
              <a:t>echo "&lt;p style='</a:t>
            </a:r>
            <a:r>
              <a:rPr lang="en-US" sz="1400" dirty="0" err="1"/>
              <a:t>text-align:center</a:t>
            </a:r>
            <a:r>
              <a:rPr lang="en-US" sz="1400" dirty="0"/>
              <a:t>;'&gt;&lt;a </a:t>
            </a:r>
            <a:r>
              <a:rPr lang="en-US" sz="1400" dirty="0" err="1"/>
              <a:t>href</a:t>
            </a:r>
            <a:r>
              <a:rPr lang="en-US" sz="1400" dirty="0"/>
              <a:t>='</a:t>
            </a:r>
            <a:r>
              <a:rPr lang="en-US" sz="1400" dirty="0" err="1"/>
              <a:t>login.php</a:t>
            </a:r>
            <a:r>
              <a:rPr lang="en-US" sz="1400" dirty="0"/>
              <a:t>'&gt;Try again&lt;/a&gt;&lt;/p&gt;";</a:t>
            </a:r>
          </a:p>
          <a:p>
            <a:r>
              <a:rPr lang="en-US" sz="1400" dirty="0"/>
              <a:t>}</a:t>
            </a:r>
          </a:p>
          <a:p>
            <a:r>
              <a:rPr lang="en-US" sz="1400" dirty="0"/>
              <a:t>?&gt;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138C7-0B22-0DF6-5DB8-E5ACBAEC2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450" y="152400"/>
            <a:ext cx="7772400" cy="5334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 err="1"/>
              <a:t>Config.php</a:t>
            </a:r>
            <a:endParaRPr lang="en-US" dirty="0"/>
          </a:p>
        </p:txBody>
      </p:sp>
      <p:sp>
        <p:nvSpPr>
          <p:cNvPr id="34818" name="Content Placeholder 2">
            <a:extLst>
              <a:ext uri="{FF2B5EF4-FFF2-40B4-BE49-F238E27FC236}">
                <a16:creationId xmlns:a16="http://schemas.microsoft.com/office/drawing/2014/main" id="{FDAC9127-368A-BE7C-FBF1-D07EF5B70E7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68564" y="685800"/>
            <a:ext cx="7772400" cy="6172200"/>
          </a:xfrm>
        </p:spPr>
        <p:txBody>
          <a:bodyPr/>
          <a:lstStyle/>
          <a:p>
            <a:r>
              <a:rPr lang="en-US" sz="1200" dirty="0"/>
              <a:t>&lt;?</a:t>
            </a:r>
            <a:r>
              <a:rPr lang="en-US" sz="1200" dirty="0" err="1"/>
              <a:t>php</a:t>
            </a:r>
            <a:endParaRPr lang="en-US" sz="1200" dirty="0"/>
          </a:p>
          <a:p>
            <a:r>
              <a:rPr lang="en-US" sz="1200" dirty="0"/>
              <a:t>// </a:t>
            </a:r>
            <a:r>
              <a:rPr lang="en-US" sz="1200" dirty="0" err="1"/>
              <a:t>config.php</a:t>
            </a:r>
            <a:endParaRPr lang="en-US" sz="1200" dirty="0"/>
          </a:p>
          <a:p>
            <a:r>
              <a:rPr lang="en-US" sz="1200" dirty="0"/>
              <a:t>$host = 'localhost';</a:t>
            </a:r>
          </a:p>
          <a:p>
            <a:r>
              <a:rPr lang="en-US" sz="1200" dirty="0"/>
              <a:t>$</a:t>
            </a:r>
            <a:r>
              <a:rPr lang="en-US" sz="1200" dirty="0" err="1"/>
              <a:t>db</a:t>
            </a:r>
            <a:r>
              <a:rPr lang="en-US" sz="1200" dirty="0"/>
              <a:t> = '</a:t>
            </a:r>
            <a:r>
              <a:rPr lang="en-US" sz="1200" dirty="0" err="1"/>
              <a:t>userdb</a:t>
            </a:r>
            <a:r>
              <a:rPr lang="en-US" sz="1200" dirty="0"/>
              <a:t>';</a:t>
            </a:r>
          </a:p>
          <a:p>
            <a:r>
              <a:rPr lang="en-US" sz="1200" dirty="0"/>
              <a:t>$user = 'root';</a:t>
            </a:r>
          </a:p>
          <a:p>
            <a:r>
              <a:rPr lang="en-US" sz="1200" dirty="0"/>
              <a:t>$pass = '';</a:t>
            </a:r>
          </a:p>
          <a:p>
            <a:r>
              <a:rPr lang="en-US" sz="1200" dirty="0"/>
              <a:t>$charset = 'utf8mb4';</a:t>
            </a:r>
          </a:p>
          <a:p>
            <a:r>
              <a:rPr lang="en-US" sz="1200" dirty="0"/>
              <a:t>$</a:t>
            </a:r>
            <a:r>
              <a:rPr lang="en-US" sz="1200" dirty="0" err="1"/>
              <a:t>dsn</a:t>
            </a:r>
            <a:r>
              <a:rPr lang="en-US" sz="1200" dirty="0"/>
              <a:t> = "</a:t>
            </a:r>
            <a:r>
              <a:rPr lang="en-US" sz="1200" dirty="0" err="1"/>
              <a:t>mysql:host</a:t>
            </a:r>
            <a:r>
              <a:rPr lang="en-US" sz="1200" dirty="0"/>
              <a:t>=$</a:t>
            </a:r>
            <a:r>
              <a:rPr lang="en-US" sz="1200" dirty="0" err="1"/>
              <a:t>host;dbname</a:t>
            </a:r>
            <a:r>
              <a:rPr lang="en-US" sz="1200" dirty="0"/>
              <a:t>=$</a:t>
            </a:r>
            <a:r>
              <a:rPr lang="en-US" sz="1200" dirty="0" err="1"/>
              <a:t>db;charset</a:t>
            </a:r>
            <a:r>
              <a:rPr lang="en-US" sz="1200" dirty="0"/>
              <a:t>=$charset";</a:t>
            </a:r>
          </a:p>
          <a:p>
            <a:endParaRPr lang="en-US" sz="1200" dirty="0"/>
          </a:p>
          <a:p>
            <a:r>
              <a:rPr lang="en-US" sz="1200" dirty="0"/>
              <a:t>try {</a:t>
            </a:r>
          </a:p>
          <a:p>
            <a:r>
              <a:rPr lang="en-US" sz="1200" dirty="0"/>
              <a:t>$</a:t>
            </a:r>
            <a:r>
              <a:rPr lang="en-US" sz="1200" dirty="0" err="1"/>
              <a:t>pdo</a:t>
            </a:r>
            <a:r>
              <a:rPr lang="en-US" sz="1200" dirty="0"/>
              <a:t> = new PDO($</a:t>
            </a:r>
            <a:r>
              <a:rPr lang="en-US" sz="1200" dirty="0" err="1"/>
              <a:t>dsn</a:t>
            </a:r>
            <a:r>
              <a:rPr lang="en-US" sz="1200" dirty="0"/>
              <a:t>, $user, $pass, $options);</a:t>
            </a:r>
          </a:p>
          <a:p>
            <a:r>
              <a:rPr lang="en-US" sz="1200" dirty="0"/>
              <a:t>} catch (</a:t>
            </a:r>
            <a:r>
              <a:rPr lang="en-US" sz="1200" dirty="0" err="1"/>
              <a:t>PDOException</a:t>
            </a:r>
            <a:r>
              <a:rPr lang="en-US" sz="1200" dirty="0"/>
              <a:t> $e) {</a:t>
            </a:r>
          </a:p>
          <a:p>
            <a:r>
              <a:rPr lang="en-US" sz="1200" dirty="0"/>
              <a:t>die('Connection failed: ' . $e-&gt;</a:t>
            </a:r>
            <a:r>
              <a:rPr lang="en-US" sz="1200" dirty="0" err="1"/>
              <a:t>getMessage</a:t>
            </a:r>
            <a:r>
              <a:rPr lang="en-US" sz="1200" dirty="0"/>
              <a:t>());</a:t>
            </a:r>
          </a:p>
          <a:p>
            <a:r>
              <a:rPr lang="en-US" sz="1200" dirty="0"/>
              <a:t>} ?&gt;</a:t>
            </a:r>
          </a:p>
          <a:p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94ACD-8DE1-2C3A-E9B4-6901D9477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Connect to database </a:t>
            </a:r>
            <a:r>
              <a:rPr lang="en-US" dirty="0" err="1"/>
              <a:t>connect.php</a:t>
            </a:r>
            <a:endParaRPr lang="en-US" dirty="0"/>
          </a:p>
        </p:txBody>
      </p:sp>
      <p:sp>
        <p:nvSpPr>
          <p:cNvPr id="33794" name="Content Placeholder 2">
            <a:extLst>
              <a:ext uri="{FF2B5EF4-FFF2-40B4-BE49-F238E27FC236}">
                <a16:creationId xmlns:a16="http://schemas.microsoft.com/office/drawing/2014/main" id="{E7B1D1BE-43F7-7E1D-3EA2-E591698C470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MY" altLang="en-US" dirty="0">
                <a:solidFill>
                  <a:srgbClr val="FF0000"/>
                </a:solidFill>
                <a:latin typeface="Consolas" panose="020B0609020204030204" pitchFamily="49" charset="0"/>
              </a:rPr>
              <a:t>&lt;?</a:t>
            </a:r>
            <a:r>
              <a:rPr lang="en-MY" alt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php</a:t>
            </a:r>
            <a:br>
              <a:rPr lang="en-MY" altLang="en-US" dirty="0"/>
            </a:br>
            <a:r>
              <a:rPr lang="en-MY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$</a:t>
            </a:r>
            <a:r>
              <a:rPr lang="en-MY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mysqli</a:t>
            </a:r>
            <a:r>
              <a:rPr lang="en-MY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= </a:t>
            </a:r>
            <a:r>
              <a:rPr lang="en-MY" altLang="en-US" dirty="0">
                <a:solidFill>
                  <a:srgbClr val="0000CD"/>
                </a:solidFill>
                <a:latin typeface="Consolas" panose="020B0609020204030204" pitchFamily="49" charset="0"/>
              </a:rPr>
              <a:t>new</a:t>
            </a:r>
            <a:r>
              <a:rPr lang="en-MY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MY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mysqli</a:t>
            </a:r>
            <a:r>
              <a:rPr lang="en-MY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MY" altLang="en-US" dirty="0">
                <a:solidFill>
                  <a:srgbClr val="A52A2A"/>
                </a:solidFill>
                <a:latin typeface="Consolas" panose="020B0609020204030204" pitchFamily="49" charset="0"/>
              </a:rPr>
              <a:t>"localhost"</a:t>
            </a:r>
            <a:r>
              <a:rPr lang="en-MY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MY" altLang="en-US" dirty="0">
                <a:solidFill>
                  <a:srgbClr val="A52A2A"/>
                </a:solidFill>
                <a:latin typeface="Consolas" panose="020B0609020204030204" pitchFamily="49" charset="0"/>
              </a:rPr>
              <a:t>"my_user"</a:t>
            </a:r>
            <a:r>
              <a:rPr lang="en-MY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MY" altLang="en-US" dirty="0">
                <a:solidFill>
                  <a:srgbClr val="A52A2A"/>
                </a:solidFill>
                <a:latin typeface="Consolas" panose="020B0609020204030204" pitchFamily="49" charset="0"/>
              </a:rPr>
              <a:t>"my_password"</a:t>
            </a:r>
            <a:r>
              <a:rPr lang="en-MY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MY" altLang="en-US" dirty="0">
                <a:solidFill>
                  <a:srgbClr val="A52A2A"/>
                </a:solidFill>
                <a:latin typeface="Consolas" panose="020B0609020204030204" pitchFamily="49" charset="0"/>
              </a:rPr>
              <a:t>"</a:t>
            </a:r>
            <a:r>
              <a:rPr lang="en-MY" altLang="en-US" dirty="0" err="1">
                <a:solidFill>
                  <a:srgbClr val="A52A2A"/>
                </a:solidFill>
                <a:latin typeface="Consolas" panose="020B0609020204030204" pitchFamily="49" charset="0"/>
              </a:rPr>
              <a:t>my_db</a:t>
            </a:r>
            <a:r>
              <a:rPr lang="en-MY" altLang="en-US" dirty="0">
                <a:solidFill>
                  <a:srgbClr val="A52A2A"/>
                </a:solidFill>
                <a:latin typeface="Consolas" panose="020B0609020204030204" pitchFamily="49" charset="0"/>
              </a:rPr>
              <a:t>"</a:t>
            </a:r>
            <a:r>
              <a:rPr lang="en-MY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br>
              <a:rPr lang="en-MY" altLang="en-US" dirty="0"/>
            </a:br>
            <a:br>
              <a:rPr lang="en-MY" altLang="en-US" dirty="0"/>
            </a:br>
            <a:r>
              <a:rPr lang="en-MY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// Check connection</a:t>
            </a:r>
            <a:br>
              <a:rPr lang="en-MY" altLang="en-US" dirty="0">
                <a:solidFill>
                  <a:srgbClr val="008000"/>
                </a:solidFill>
                <a:latin typeface="Consolas" panose="020B0609020204030204" pitchFamily="49" charset="0"/>
              </a:rPr>
            </a:br>
            <a:r>
              <a:rPr lang="en-MY" altLang="en-US" dirty="0">
                <a:solidFill>
                  <a:srgbClr val="0000CD"/>
                </a:solidFill>
                <a:latin typeface="Consolas" panose="020B0609020204030204" pitchFamily="49" charset="0"/>
              </a:rPr>
              <a:t>if</a:t>
            </a:r>
            <a:r>
              <a:rPr lang="en-MY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 ($</a:t>
            </a:r>
            <a:r>
              <a:rPr lang="en-MY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mysqli</a:t>
            </a:r>
            <a:r>
              <a:rPr lang="en-MY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-&gt; </a:t>
            </a:r>
            <a:r>
              <a:rPr lang="en-MY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connect_errno</a:t>
            </a:r>
            <a:r>
              <a:rPr lang="en-MY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  <a:br>
              <a:rPr lang="en-MY" altLang="en-US" dirty="0"/>
            </a:br>
            <a:r>
              <a:rPr lang="en-MY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MY" altLang="en-US" dirty="0">
                <a:solidFill>
                  <a:srgbClr val="0000CD"/>
                </a:solidFill>
                <a:latin typeface="Consolas" panose="020B0609020204030204" pitchFamily="49" charset="0"/>
              </a:rPr>
              <a:t>echo</a:t>
            </a:r>
            <a:r>
              <a:rPr lang="en-MY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MY" altLang="en-US" dirty="0">
                <a:solidFill>
                  <a:srgbClr val="A52A2A"/>
                </a:solidFill>
                <a:latin typeface="Consolas" panose="020B0609020204030204" pitchFamily="49" charset="0"/>
              </a:rPr>
              <a:t>"Failed to connect to MySQL: "</a:t>
            </a:r>
            <a:r>
              <a:rPr lang="en-MY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 . $</a:t>
            </a:r>
            <a:r>
              <a:rPr lang="en-MY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mysqli</a:t>
            </a:r>
            <a:r>
              <a:rPr lang="en-MY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-&gt; </a:t>
            </a:r>
            <a:r>
              <a:rPr lang="en-MY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connect_error</a:t>
            </a:r>
            <a:r>
              <a:rPr lang="en-MY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MY" altLang="en-US" dirty="0"/>
            </a:br>
            <a:r>
              <a:rPr lang="en-MY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MY" altLang="en-US" dirty="0">
                <a:solidFill>
                  <a:srgbClr val="0000CD"/>
                </a:solidFill>
                <a:latin typeface="Consolas" panose="020B0609020204030204" pitchFamily="49" charset="0"/>
              </a:rPr>
              <a:t>exit</a:t>
            </a:r>
            <a:r>
              <a:rPr lang="en-MY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br>
              <a:rPr lang="en-MY" altLang="en-US" dirty="0"/>
            </a:br>
            <a:r>
              <a:rPr lang="en-MY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br>
              <a:rPr lang="en-MY" altLang="en-US" dirty="0"/>
            </a:br>
            <a:r>
              <a:rPr lang="en-MY" altLang="en-US" dirty="0">
                <a:solidFill>
                  <a:srgbClr val="FF0000"/>
                </a:solidFill>
                <a:latin typeface="Consolas" panose="020B0609020204030204" pitchFamily="49" charset="0"/>
              </a:rPr>
              <a:t>?&gt;</a:t>
            </a:r>
            <a:endParaRPr lang="en-US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17A3B-45F6-7A78-74B3-96AD6F775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 err="1"/>
              <a:t>dashboard</a:t>
            </a:r>
            <a:r>
              <a:rPr lang="en-US" dirty="0" err="1"/>
              <a:t>.php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439990-744B-1002-9379-E0C67B05CD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752600"/>
            <a:ext cx="7772400" cy="4419600"/>
          </a:xfrm>
        </p:spPr>
        <p:txBody>
          <a:bodyPr/>
          <a:lstStyle/>
          <a:p>
            <a:r>
              <a:rPr lang="en-US" sz="1800" dirty="0"/>
              <a:t>&lt;?</a:t>
            </a:r>
            <a:r>
              <a:rPr lang="en-US" sz="1800" dirty="0" err="1"/>
              <a:t>php</a:t>
            </a:r>
            <a:endParaRPr lang="en-US" sz="1800" dirty="0"/>
          </a:p>
          <a:p>
            <a:r>
              <a:rPr lang="en-US" sz="1800" dirty="0"/>
              <a:t>&lt;!DOCTYPE html&gt;</a:t>
            </a:r>
          </a:p>
          <a:p>
            <a:r>
              <a:rPr lang="en-US" sz="1800" dirty="0"/>
              <a:t>&lt;html&gt;</a:t>
            </a:r>
          </a:p>
          <a:p>
            <a:r>
              <a:rPr lang="en-US" sz="1800" dirty="0"/>
              <a:t>&lt;head&gt;&lt;title&gt;Dashboard&lt;/title&gt;&lt;/head&gt;</a:t>
            </a:r>
          </a:p>
          <a:p>
            <a:r>
              <a:rPr lang="en-US" sz="1800" dirty="0"/>
              <a:t>&lt;body&gt;</a:t>
            </a:r>
          </a:p>
          <a:p>
            <a:r>
              <a:rPr lang="en-US" sz="1800" dirty="0"/>
              <a:t>&lt;h1&gt;Welcome, &lt;?</a:t>
            </a:r>
            <a:r>
              <a:rPr lang="en-US" sz="1800" dirty="0" err="1"/>
              <a:t>php</a:t>
            </a:r>
            <a:r>
              <a:rPr lang="en-US" sz="1800" dirty="0"/>
              <a:t> echo </a:t>
            </a:r>
            <a:r>
              <a:rPr lang="en-US" sz="1800" dirty="0" err="1"/>
              <a:t>htmlspecialchars</a:t>
            </a:r>
            <a:r>
              <a:rPr lang="en-US" sz="1800" dirty="0"/>
              <a:t>($_SESSION['username']); ?&gt;!&lt;/h1&gt;</a:t>
            </a:r>
          </a:p>
          <a:p>
            <a:r>
              <a:rPr lang="en-US" sz="1800" dirty="0"/>
              <a:t>&lt;p&gt;You are successfully logged in.&lt;/p&gt;</a:t>
            </a:r>
          </a:p>
          <a:p>
            <a:r>
              <a:rPr lang="en-US" sz="1800" dirty="0"/>
              <a:t>&lt;a </a:t>
            </a:r>
            <a:r>
              <a:rPr lang="en-US" sz="1800" dirty="0" err="1"/>
              <a:t>href</a:t>
            </a:r>
            <a:r>
              <a:rPr lang="en-US" sz="1800" dirty="0"/>
              <a:t>="</a:t>
            </a:r>
            <a:r>
              <a:rPr lang="en-US" sz="1800" dirty="0" err="1"/>
              <a:t>logout.php</a:t>
            </a:r>
            <a:r>
              <a:rPr lang="en-US" sz="1800" dirty="0"/>
              <a:t>"&gt;Logout&lt;/a&gt;</a:t>
            </a:r>
          </a:p>
          <a:p>
            <a:r>
              <a:rPr lang="en-US" sz="1800" dirty="0"/>
              <a:t>&lt;/body&gt;</a:t>
            </a:r>
          </a:p>
          <a:p>
            <a:r>
              <a:rPr lang="en-US" sz="1800" dirty="0"/>
              <a:t>&lt;/html&gt;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18002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5649A8E1-7658-7D82-93AF-D6895AC28C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484632"/>
            <a:ext cx="7772400" cy="1609344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3200"/>
              <a:t>References</a:t>
            </a:r>
          </a:p>
        </p:txBody>
      </p:sp>
      <p:sp>
        <p:nvSpPr>
          <p:cNvPr id="38914" name="Rectangle 3">
            <a:extLst>
              <a:ext uri="{FF2B5EF4-FFF2-40B4-BE49-F238E27FC236}">
                <a16:creationId xmlns:a16="http://schemas.microsoft.com/office/drawing/2014/main" id="{93397F9F-5AA6-DE51-FC30-B7CDE6ABB30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MY" altLang="en-US" i="1"/>
              <a:t>PHP: Hypertext preprocessor</a:t>
            </a:r>
            <a:r>
              <a:rPr lang="en-MY" altLang="en-US"/>
              <a:t>. Retrieved on February 15th 2019 from The PHP Group Website: http://php.net/manual/en/language.oop5.basic.php </a:t>
            </a:r>
          </a:p>
          <a:p>
            <a:pPr eaLnBrk="1" hangingPunct="1"/>
            <a:r>
              <a:rPr lang="en-MY" altLang="en-US"/>
              <a:t>Mischook, S. (2013). </a:t>
            </a:r>
            <a:r>
              <a:rPr lang="en-MY" altLang="en-US" i="1"/>
              <a:t>Learn Object Oriented in PHP</a:t>
            </a:r>
            <a:r>
              <a:rPr lang="en-MY" altLang="en-US"/>
              <a:t>. Retrieved on February 15th 2019 from https://www.killerphp.com </a:t>
            </a:r>
          </a:p>
          <a:p>
            <a:pPr eaLnBrk="1" hangingPunct="1"/>
            <a:r>
              <a:rPr lang="en-MY" altLang="en-US" i="1"/>
              <a:t>Object-Oriented Programming in PHP</a:t>
            </a:r>
            <a:r>
              <a:rPr lang="en-MY" altLang="en-US"/>
              <a:t>. Retrieved on February 15th 2019 from Tutorials Point: https://www.tutorialspoint.com/php/ php_object_oriented.htm </a:t>
            </a:r>
          </a:p>
          <a:p>
            <a:pPr eaLnBrk="1" hangingPunct="1"/>
            <a:r>
              <a:rPr lang="en-MY" altLang="en-US" i="1"/>
              <a:t>PHP Object-Oriented Programming</a:t>
            </a:r>
            <a:r>
              <a:rPr lang="en-MY" altLang="en-US"/>
              <a:t>. Retrieved on February 15th 2019 from W3Resource: https://www.w3resource.com/php/classes- objects/php-object-oriented-programming.php </a:t>
            </a:r>
          </a:p>
          <a:p>
            <a:pPr eaLnBrk="1" hangingPunct="1">
              <a:buFont typeface="Wingdings" pitchFamily="2" charset="2"/>
              <a:buChar char="¡"/>
            </a:pPr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{FBF36321-17E8-9A47-875A-930C21112B5D}tf10001070</Template>
  <TotalTime>5826</TotalTime>
  <Words>1701</Words>
  <Application>Microsoft Macintosh PowerPoint</Application>
  <PresentationFormat>On-screen Show (4:3)</PresentationFormat>
  <Paragraphs>205</Paragraphs>
  <Slides>22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Arial</vt:lpstr>
      <vt:lpstr>Calibri</vt:lpstr>
      <vt:lpstr>Consolas</vt:lpstr>
      <vt:lpstr>Rockwell</vt:lpstr>
      <vt:lpstr>Rockwell Condensed</vt:lpstr>
      <vt:lpstr>Rockwell Extra Bold</vt:lpstr>
      <vt:lpstr>Verdana</vt:lpstr>
      <vt:lpstr>Wingdings</vt:lpstr>
      <vt:lpstr>Wood Type</vt:lpstr>
      <vt:lpstr>BIIT 2305 Web Application Development  Object-Oriented Programming (OOP)</vt:lpstr>
      <vt:lpstr>What is Object-Oriented Programming (OOP)? </vt:lpstr>
      <vt:lpstr>What is class in Object-Oriented Programming? </vt:lpstr>
      <vt:lpstr>Example </vt:lpstr>
      <vt:lpstr>What is Object in OOP? </vt:lpstr>
      <vt:lpstr>Accessing Object’s Data</vt:lpstr>
      <vt:lpstr>Inheritance </vt:lpstr>
      <vt:lpstr>Extends </vt:lpstr>
      <vt:lpstr>PowerPoint Presentation</vt:lpstr>
      <vt:lpstr>Behavior/Method/Function Overriding</vt:lpstr>
      <vt:lpstr>How to include external class in a current PHP file? </vt:lpstr>
      <vt:lpstr>PowerPoint Presentation</vt:lpstr>
      <vt:lpstr>Example</vt:lpstr>
      <vt:lpstr>Example: welcome.html</vt:lpstr>
      <vt:lpstr>welcome.php</vt:lpstr>
      <vt:lpstr>Sample login script</vt:lpstr>
      <vt:lpstr>Login.php</vt:lpstr>
      <vt:lpstr>Authenticate.php</vt:lpstr>
      <vt:lpstr>Config.php</vt:lpstr>
      <vt:lpstr>Connect to database connect.php</vt:lpstr>
      <vt:lpstr>dashboard.php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 3305 Web Application Development</dc:title>
  <dc:creator>Microsoft Office User</dc:creator>
  <cp:lastModifiedBy>NAJHAN BIN MUHAMAD IBRAHIM</cp:lastModifiedBy>
  <cp:revision>96</cp:revision>
  <dcterms:created xsi:type="dcterms:W3CDTF">2019-09-12T03:00:44Z</dcterms:created>
  <dcterms:modified xsi:type="dcterms:W3CDTF">2026-03-25T00:32:11Z</dcterms:modified>
</cp:coreProperties>
</file>